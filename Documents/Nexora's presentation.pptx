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notesMasterIdLst>
    <p:notesMasterId r:id="rId8"/>
  </p:notesMasterIdLst>
  <p:sldIdLst>
    <p:sldId id="256" r:id="rId2"/>
    <p:sldId id="257" r:id="rId3"/>
    <p:sldId id="262" r:id="rId4"/>
    <p:sldId id="286" r:id="rId5"/>
    <p:sldId id="266" r:id="rId6"/>
    <p:sldId id="265" r:id="rId7"/>
  </p:sldIdLst>
  <p:sldSz cx="9144000" cy="5143500" type="screen16x9"/>
  <p:notesSz cx="6858000" cy="9144000"/>
  <p:embeddedFontLst>
    <p:embeddedFont>
      <p:font typeface="Fira Sans Extra Condensed Medium" panose="020B0604020202020204" charset="0"/>
      <p:regular r:id="rId9"/>
      <p:bold r:id="rId10"/>
      <p:italic r:id="rId11"/>
      <p:boldItalic r:id="rId12"/>
    </p:embeddedFont>
    <p:embeddedFont>
      <p:font typeface="Fira Sans Extra Condensed SemiBold" panose="020B0604020202020204" charset="0"/>
      <p:regular r:id="rId13"/>
      <p:bold r:id="rId14"/>
      <p:italic r:id="rId15"/>
      <p:boldItalic r:id="rId16"/>
    </p:embeddedFont>
    <p:embeddedFont>
      <p:font typeface="Grandstander" panose="020B0604020202020204" charset="0"/>
      <p:regular r:id="rId17"/>
      <p:bold r:id="rId18"/>
      <p:italic r:id="rId19"/>
      <p:boldItalic r:id="rId20"/>
    </p:embeddedFont>
    <p:embeddedFont>
      <p:font typeface="Roboto" panose="02000000000000000000" pitchFamily="2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707B727-B76F-4BC8-9D4B-26717AAE7A0A}">
  <a:tblStyle styleId="{9707B727-B76F-4BC8-9D4B-26717AAE7A0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86" autoAdjust="0"/>
    <p:restoredTop sz="94660"/>
  </p:normalViewPr>
  <p:slideViewPr>
    <p:cSldViewPr snapToGrid="0" showGuides="1">
      <p:cViewPr varScale="1">
        <p:scale>
          <a:sx n="103" d="100"/>
          <a:sy n="103" d="100"/>
        </p:scale>
        <p:origin x="912" y="5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font" Target="fonts/font16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font" Target="fonts/font15.fntdata"/><Relationship Id="rId28" Type="http://schemas.openxmlformats.org/officeDocument/2006/relationships/tableStyles" Target="tableStyles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font" Target="fonts/font14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8c4f006969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8c4f006969_1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8dfb28267c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8dfb28267c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866267bbae_0_3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866267bbae_0_3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4" name="Google Shape;2594;g9816c14d93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5" name="Google Shape;2595;g9816c14d93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g9816c14d93_0_12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8" name="Google Shape;688;g9816c14d93_0_12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9816c14d93_0_1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5" name="Google Shape;595;g9816c14d93_0_1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5050325" y="1179150"/>
            <a:ext cx="3615600" cy="156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5496097" y="2713552"/>
            <a:ext cx="2723700" cy="6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710275" y="1152475"/>
            <a:ext cx="7723500" cy="3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401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" name="Google Shape;43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One Column 1">
  <p:cSld name="CUSTOM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3"/>
          <p:cNvSpPr txBox="1">
            <a:spLocks noGrp="1"/>
          </p:cNvSpPr>
          <p:nvPr>
            <p:ph type="title"/>
          </p:nvPr>
        </p:nvSpPr>
        <p:spPr>
          <a:xfrm>
            <a:off x="5985575" y="1492063"/>
            <a:ext cx="2484300" cy="8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subTitle" idx="1"/>
          </p:nvPr>
        </p:nvSpPr>
        <p:spPr>
          <a:xfrm>
            <a:off x="5971000" y="2449313"/>
            <a:ext cx="2513400" cy="120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One Column 2">
  <p:cSld name="CUSTOM_1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>
            <a:spLocks noGrp="1"/>
          </p:cNvSpPr>
          <p:nvPr>
            <p:ph type="title"/>
          </p:nvPr>
        </p:nvSpPr>
        <p:spPr>
          <a:xfrm>
            <a:off x="673375" y="1492063"/>
            <a:ext cx="2484300" cy="8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subTitle" idx="1"/>
          </p:nvPr>
        </p:nvSpPr>
        <p:spPr>
          <a:xfrm>
            <a:off x="658800" y="2449313"/>
            <a:ext cx="2513400" cy="120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0275" y="1152475"/>
            <a:ext cx="7723500" cy="3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DA3501-62DE-FA57-6F59-2E8E8866E7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955" t="32577" r="11517" b="33756"/>
          <a:stretch>
            <a:fillRect/>
          </a:stretch>
        </p:blipFill>
        <p:spPr>
          <a:xfrm>
            <a:off x="2104739" y="1669638"/>
            <a:ext cx="5706856" cy="1223292"/>
          </a:xfrm>
          <a:prstGeom prst="rect">
            <a:avLst/>
          </a:prstGeom>
        </p:spPr>
      </p:pic>
      <p:grpSp>
        <p:nvGrpSpPr>
          <p:cNvPr id="10" name="Google Shape;244;p20">
            <a:extLst>
              <a:ext uri="{FF2B5EF4-FFF2-40B4-BE49-F238E27FC236}">
                <a16:creationId xmlns:a16="http://schemas.microsoft.com/office/drawing/2014/main" id="{2361C799-3544-07D4-99FA-579D7E56D18B}"/>
              </a:ext>
            </a:extLst>
          </p:cNvPr>
          <p:cNvGrpSpPr/>
          <p:nvPr/>
        </p:nvGrpSpPr>
        <p:grpSpPr>
          <a:xfrm rot="1963931">
            <a:off x="-2341679" y="345514"/>
            <a:ext cx="6518904" cy="4802991"/>
            <a:chOff x="-102475" y="-49150"/>
            <a:chExt cx="6518904" cy="4802991"/>
          </a:xfrm>
        </p:grpSpPr>
        <p:sp>
          <p:nvSpPr>
            <p:cNvPr id="11" name="Google Shape;245;p20">
              <a:extLst>
                <a:ext uri="{FF2B5EF4-FFF2-40B4-BE49-F238E27FC236}">
                  <a16:creationId xmlns:a16="http://schemas.microsoft.com/office/drawing/2014/main" id="{9761C245-1EC1-B1A1-F1D5-DC8631497C51}"/>
                </a:ext>
              </a:extLst>
            </p:cNvPr>
            <p:cNvSpPr/>
            <p:nvPr/>
          </p:nvSpPr>
          <p:spPr>
            <a:xfrm>
              <a:off x="-102475" y="-49150"/>
              <a:ext cx="4166625" cy="2322550"/>
            </a:xfrm>
            <a:custGeom>
              <a:avLst/>
              <a:gdLst/>
              <a:ahLst/>
              <a:cxnLst/>
              <a:rect l="l" t="t" r="r" b="b"/>
              <a:pathLst>
                <a:path w="166665" h="92902" extrusionOk="0">
                  <a:moveTo>
                    <a:pt x="0" y="0"/>
                  </a:moveTo>
                  <a:cubicBezTo>
                    <a:pt x="9237" y="4187"/>
                    <a:pt x="40536" y="13092"/>
                    <a:pt x="55422" y="25120"/>
                  </a:cubicBezTo>
                  <a:cubicBezTo>
                    <a:pt x="70308" y="37148"/>
                    <a:pt x="73365" y="64328"/>
                    <a:pt x="89314" y="72169"/>
                  </a:cubicBezTo>
                  <a:cubicBezTo>
                    <a:pt x="105263" y="80011"/>
                    <a:pt x="138223" y="68714"/>
                    <a:pt x="151115" y="72169"/>
                  </a:cubicBezTo>
                  <a:cubicBezTo>
                    <a:pt x="164007" y="75625"/>
                    <a:pt x="164073" y="89447"/>
                    <a:pt x="166665" y="92902"/>
                  </a:cubicBezTo>
                </a:path>
              </a:pathLst>
            </a:custGeom>
            <a:noFill/>
            <a:ln w="19050" cap="flat" cmpd="sng">
              <a:solidFill>
                <a:srgbClr val="434343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" name="Google Shape;246;p20">
              <a:extLst>
                <a:ext uri="{FF2B5EF4-FFF2-40B4-BE49-F238E27FC236}">
                  <a16:creationId xmlns:a16="http://schemas.microsoft.com/office/drawing/2014/main" id="{3D58711C-25B6-8268-8E25-40FDDF4A1CB5}"/>
                </a:ext>
              </a:extLst>
            </p:cNvPr>
            <p:cNvGrpSpPr/>
            <p:nvPr/>
          </p:nvGrpSpPr>
          <p:grpSpPr>
            <a:xfrm>
              <a:off x="2759259" y="1399830"/>
              <a:ext cx="3657170" cy="3354011"/>
              <a:chOff x="2872130" y="1494818"/>
              <a:chExt cx="3429454" cy="3156716"/>
            </a:xfrm>
          </p:grpSpPr>
          <p:sp>
            <p:nvSpPr>
              <p:cNvPr id="13" name="Google Shape;247;p20">
                <a:extLst>
                  <a:ext uri="{FF2B5EF4-FFF2-40B4-BE49-F238E27FC236}">
                    <a16:creationId xmlns:a16="http://schemas.microsoft.com/office/drawing/2014/main" id="{23111D70-6646-AD11-B84C-5E7F8B7DE5AA}"/>
                  </a:ext>
                </a:extLst>
              </p:cNvPr>
              <p:cNvSpPr/>
              <p:nvPr/>
            </p:nvSpPr>
            <p:spPr>
              <a:xfrm>
                <a:off x="2901844" y="1612525"/>
                <a:ext cx="3399740" cy="3039009"/>
              </a:xfrm>
              <a:custGeom>
                <a:avLst/>
                <a:gdLst/>
                <a:ahLst/>
                <a:cxnLst/>
                <a:rect l="l" t="t" r="r" b="b"/>
                <a:pathLst>
                  <a:path w="102171" h="90319" extrusionOk="0">
                    <a:moveTo>
                      <a:pt x="63456" y="0"/>
                    </a:moveTo>
                    <a:cubicBezTo>
                      <a:pt x="61156" y="0"/>
                      <a:pt x="58826" y="430"/>
                      <a:pt x="56585" y="1326"/>
                    </a:cubicBezTo>
                    <a:cubicBezTo>
                      <a:pt x="56310" y="1436"/>
                      <a:pt x="56062" y="1546"/>
                      <a:pt x="55815" y="1656"/>
                    </a:cubicBezTo>
                    <a:cubicBezTo>
                      <a:pt x="55100" y="1986"/>
                      <a:pt x="54413" y="2344"/>
                      <a:pt x="53753" y="2756"/>
                    </a:cubicBezTo>
                    <a:lnTo>
                      <a:pt x="10724" y="30360"/>
                    </a:lnTo>
                    <a:cubicBezTo>
                      <a:pt x="2338" y="35997"/>
                      <a:pt x="1" y="47325"/>
                      <a:pt x="5500" y="55820"/>
                    </a:cubicBezTo>
                    <a:lnTo>
                      <a:pt x="6325" y="57277"/>
                    </a:lnTo>
                    <a:lnTo>
                      <a:pt x="14958" y="72262"/>
                    </a:lnTo>
                    <a:lnTo>
                      <a:pt x="15893" y="73857"/>
                    </a:lnTo>
                    <a:lnTo>
                      <a:pt x="23096" y="86339"/>
                    </a:lnTo>
                    <a:cubicBezTo>
                      <a:pt x="24565" y="88901"/>
                      <a:pt x="27249" y="90319"/>
                      <a:pt x="29997" y="90319"/>
                    </a:cubicBezTo>
                    <a:cubicBezTo>
                      <a:pt x="31467" y="90319"/>
                      <a:pt x="32955" y="89913"/>
                      <a:pt x="34287" y="89061"/>
                    </a:cubicBezTo>
                    <a:lnTo>
                      <a:pt x="34314" y="89033"/>
                    </a:lnTo>
                    <a:cubicBezTo>
                      <a:pt x="36459" y="87631"/>
                      <a:pt x="37806" y="85294"/>
                      <a:pt x="37916" y="82765"/>
                    </a:cubicBezTo>
                    <a:lnTo>
                      <a:pt x="38686" y="66928"/>
                    </a:lnTo>
                    <a:lnTo>
                      <a:pt x="38796" y="64948"/>
                    </a:lnTo>
                    <a:lnTo>
                      <a:pt x="39126" y="58047"/>
                    </a:lnTo>
                    <a:cubicBezTo>
                      <a:pt x="39181" y="56920"/>
                      <a:pt x="39785" y="55903"/>
                      <a:pt x="40748" y="55270"/>
                    </a:cubicBezTo>
                    <a:lnTo>
                      <a:pt x="63953" y="40368"/>
                    </a:lnTo>
                    <a:cubicBezTo>
                      <a:pt x="64518" y="40003"/>
                      <a:pt x="65183" y="39808"/>
                      <a:pt x="65851" y="39808"/>
                    </a:cubicBezTo>
                    <a:cubicBezTo>
                      <a:pt x="66289" y="39808"/>
                      <a:pt x="66729" y="39892"/>
                      <a:pt x="67142" y="40066"/>
                    </a:cubicBezTo>
                    <a:lnTo>
                      <a:pt x="75638" y="43448"/>
                    </a:lnTo>
                    <a:lnTo>
                      <a:pt x="90100" y="49222"/>
                    </a:lnTo>
                    <a:cubicBezTo>
                      <a:pt x="91061" y="49608"/>
                      <a:pt x="92069" y="49799"/>
                      <a:pt x="93074" y="49799"/>
                    </a:cubicBezTo>
                    <a:cubicBezTo>
                      <a:pt x="94571" y="49799"/>
                      <a:pt x="96059" y="49374"/>
                      <a:pt x="97359" y="48534"/>
                    </a:cubicBezTo>
                    <a:cubicBezTo>
                      <a:pt x="101181" y="46087"/>
                      <a:pt x="102170" y="40946"/>
                      <a:pt x="99531" y="37234"/>
                    </a:cubicBezTo>
                    <a:lnTo>
                      <a:pt x="89908" y="23734"/>
                    </a:lnTo>
                    <a:lnTo>
                      <a:pt x="81082" y="11362"/>
                    </a:lnTo>
                    <a:lnTo>
                      <a:pt x="80065" y="9905"/>
                    </a:lnTo>
                    <a:lnTo>
                      <a:pt x="79075" y="8530"/>
                    </a:lnTo>
                    <a:cubicBezTo>
                      <a:pt x="75571" y="3084"/>
                      <a:pt x="69618" y="0"/>
                      <a:pt x="6345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248;p20">
                <a:extLst>
                  <a:ext uri="{FF2B5EF4-FFF2-40B4-BE49-F238E27FC236}">
                    <a16:creationId xmlns:a16="http://schemas.microsoft.com/office/drawing/2014/main" id="{9B88BAD9-6A5A-BA9A-6710-E9E9A56D8B2C}"/>
                  </a:ext>
                </a:extLst>
              </p:cNvPr>
              <p:cNvSpPr/>
              <p:nvPr/>
            </p:nvSpPr>
            <p:spPr>
              <a:xfrm>
                <a:off x="5388984" y="2292297"/>
                <a:ext cx="882886" cy="877729"/>
              </a:xfrm>
              <a:custGeom>
                <a:avLst/>
                <a:gdLst/>
                <a:ahLst/>
                <a:cxnLst/>
                <a:rect l="l" t="t" r="r" b="b"/>
                <a:pathLst>
                  <a:path w="26533" h="26086" extrusionOk="0">
                    <a:moveTo>
                      <a:pt x="14270" y="1"/>
                    </a:moveTo>
                    <a:lnTo>
                      <a:pt x="14270" y="1"/>
                    </a:lnTo>
                    <a:cubicBezTo>
                      <a:pt x="14902" y="2778"/>
                      <a:pt x="14737" y="5692"/>
                      <a:pt x="13830" y="8414"/>
                    </a:cubicBezTo>
                    <a:cubicBezTo>
                      <a:pt x="11740" y="14380"/>
                      <a:pt x="5967" y="18257"/>
                      <a:pt x="0" y="19742"/>
                    </a:cubicBezTo>
                    <a:lnTo>
                      <a:pt x="14490" y="25516"/>
                    </a:lnTo>
                    <a:cubicBezTo>
                      <a:pt x="15430" y="25898"/>
                      <a:pt x="16423" y="26085"/>
                      <a:pt x="17414" y="26085"/>
                    </a:cubicBezTo>
                    <a:cubicBezTo>
                      <a:pt x="18915" y="26085"/>
                      <a:pt x="20413" y="25656"/>
                      <a:pt x="21721" y="24828"/>
                    </a:cubicBezTo>
                    <a:cubicBezTo>
                      <a:pt x="25543" y="22381"/>
                      <a:pt x="26532" y="17212"/>
                      <a:pt x="23893" y="13528"/>
                    </a:cubicBezTo>
                    <a:lnTo>
                      <a:pt x="14270" y="1"/>
                    </a:lnTo>
                    <a:close/>
                  </a:path>
                </a:pathLst>
              </a:custGeom>
              <a:solidFill>
                <a:srgbClr val="000000">
                  <a:alpha val="93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249;p20">
                <a:extLst>
                  <a:ext uri="{FF2B5EF4-FFF2-40B4-BE49-F238E27FC236}">
                    <a16:creationId xmlns:a16="http://schemas.microsoft.com/office/drawing/2014/main" id="{B0543300-E4B6-C921-83C3-9949A43FFAA4}"/>
                  </a:ext>
                </a:extLst>
              </p:cNvPr>
              <p:cNvSpPr/>
              <p:nvPr/>
            </p:nvSpPr>
            <p:spPr>
              <a:xfrm>
                <a:off x="3370756" y="3746610"/>
                <a:ext cx="789582" cy="787991"/>
              </a:xfrm>
              <a:custGeom>
                <a:avLst/>
                <a:gdLst/>
                <a:ahLst/>
                <a:cxnLst/>
                <a:rect l="l" t="t" r="r" b="b"/>
                <a:pathLst>
                  <a:path w="23729" h="23419" extrusionOk="0">
                    <a:moveTo>
                      <a:pt x="23728" y="0"/>
                    </a:moveTo>
                    <a:cubicBezTo>
                      <a:pt x="20086" y="4572"/>
                      <a:pt x="14624" y="8100"/>
                      <a:pt x="8710" y="8100"/>
                    </a:cubicBezTo>
                    <a:cubicBezTo>
                      <a:pt x="8329" y="8100"/>
                      <a:pt x="7946" y="8086"/>
                      <a:pt x="7561" y="8056"/>
                    </a:cubicBezTo>
                    <a:cubicBezTo>
                      <a:pt x="4840" y="7836"/>
                      <a:pt x="2228" y="6901"/>
                      <a:pt x="0" y="5361"/>
                    </a:cubicBezTo>
                    <a:lnTo>
                      <a:pt x="0" y="5361"/>
                    </a:lnTo>
                    <a:lnTo>
                      <a:pt x="908" y="6956"/>
                    </a:lnTo>
                    <a:lnTo>
                      <a:pt x="8111" y="19439"/>
                    </a:lnTo>
                    <a:cubicBezTo>
                      <a:pt x="9598" y="22000"/>
                      <a:pt x="12276" y="23418"/>
                      <a:pt x="15019" y="23418"/>
                    </a:cubicBezTo>
                    <a:cubicBezTo>
                      <a:pt x="16485" y="23418"/>
                      <a:pt x="17970" y="23013"/>
                      <a:pt x="19302" y="22160"/>
                    </a:cubicBezTo>
                    <a:lnTo>
                      <a:pt x="19357" y="22133"/>
                    </a:lnTo>
                    <a:cubicBezTo>
                      <a:pt x="21474" y="20731"/>
                      <a:pt x="22821" y="18394"/>
                      <a:pt x="22931" y="15837"/>
                    </a:cubicBezTo>
                    <a:lnTo>
                      <a:pt x="23728" y="0"/>
                    </a:lnTo>
                    <a:close/>
                  </a:path>
                </a:pathLst>
              </a:custGeom>
              <a:solidFill>
                <a:srgbClr val="000000">
                  <a:alpha val="93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250;p20">
                <a:extLst>
                  <a:ext uri="{FF2B5EF4-FFF2-40B4-BE49-F238E27FC236}">
                    <a16:creationId xmlns:a16="http://schemas.microsoft.com/office/drawing/2014/main" id="{A57C6773-5197-02AF-A3A7-1C0BAACC8439}"/>
                  </a:ext>
                </a:extLst>
              </p:cNvPr>
              <p:cNvSpPr/>
              <p:nvPr/>
            </p:nvSpPr>
            <p:spPr>
              <a:xfrm>
                <a:off x="2872130" y="1494818"/>
                <a:ext cx="2664163" cy="1927093"/>
              </a:xfrm>
              <a:custGeom>
                <a:avLst/>
                <a:gdLst/>
                <a:ahLst/>
                <a:cxnLst/>
                <a:rect l="l" t="t" r="r" b="b"/>
                <a:pathLst>
                  <a:path w="80065" h="57273" extrusionOk="0">
                    <a:moveTo>
                      <a:pt x="63449" y="0"/>
                    </a:moveTo>
                    <a:cubicBezTo>
                      <a:pt x="61152" y="0"/>
                      <a:pt x="58826" y="428"/>
                      <a:pt x="56585" y="1321"/>
                    </a:cubicBezTo>
                    <a:cubicBezTo>
                      <a:pt x="56337" y="1431"/>
                      <a:pt x="56062" y="1541"/>
                      <a:pt x="55815" y="1679"/>
                    </a:cubicBezTo>
                    <a:cubicBezTo>
                      <a:pt x="55100" y="1981"/>
                      <a:pt x="54413" y="2339"/>
                      <a:pt x="53753" y="2751"/>
                    </a:cubicBezTo>
                    <a:lnTo>
                      <a:pt x="10724" y="30355"/>
                    </a:lnTo>
                    <a:cubicBezTo>
                      <a:pt x="2338" y="35992"/>
                      <a:pt x="1" y="47320"/>
                      <a:pt x="5500" y="55815"/>
                    </a:cubicBezTo>
                    <a:lnTo>
                      <a:pt x="6325" y="57272"/>
                    </a:lnTo>
                    <a:cubicBezTo>
                      <a:pt x="2063" y="48969"/>
                      <a:pt x="4758" y="38549"/>
                      <a:pt x="12621" y="33242"/>
                    </a:cubicBezTo>
                    <a:lnTo>
                      <a:pt x="55622" y="5611"/>
                    </a:lnTo>
                    <a:cubicBezTo>
                      <a:pt x="58671" y="3750"/>
                      <a:pt x="62062" y="2857"/>
                      <a:pt x="65415" y="2857"/>
                    </a:cubicBezTo>
                    <a:cubicBezTo>
                      <a:pt x="70982" y="2857"/>
                      <a:pt x="76444" y="5318"/>
                      <a:pt x="80065" y="9900"/>
                    </a:cubicBezTo>
                    <a:lnTo>
                      <a:pt x="79103" y="8552"/>
                    </a:lnTo>
                    <a:cubicBezTo>
                      <a:pt x="75594" y="3100"/>
                      <a:pt x="69630" y="0"/>
                      <a:pt x="63449" y="0"/>
                    </a:cubicBezTo>
                    <a:close/>
                  </a:path>
                </a:pathLst>
              </a:custGeom>
              <a:solidFill>
                <a:srgbClr val="FFFFFF">
                  <a:alpha val="1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251;p20">
                <a:extLst>
                  <a:ext uri="{FF2B5EF4-FFF2-40B4-BE49-F238E27FC236}">
                    <a16:creationId xmlns:a16="http://schemas.microsoft.com/office/drawing/2014/main" id="{89642E4F-40F8-DFCA-270A-1D98882F8CF3}"/>
                  </a:ext>
                </a:extLst>
              </p:cNvPr>
              <p:cNvSpPr/>
              <p:nvPr/>
            </p:nvSpPr>
            <p:spPr>
              <a:xfrm>
                <a:off x="4763215" y="1798655"/>
                <a:ext cx="267165" cy="252794"/>
              </a:xfrm>
              <a:custGeom>
                <a:avLst/>
                <a:gdLst/>
                <a:ahLst/>
                <a:cxnLst/>
                <a:rect l="l" t="t" r="r" b="b"/>
                <a:pathLst>
                  <a:path w="8029" h="7513" extrusionOk="0">
                    <a:moveTo>
                      <a:pt x="3761" y="0"/>
                    </a:moveTo>
                    <a:cubicBezTo>
                      <a:pt x="1813" y="0"/>
                      <a:pt x="50" y="1558"/>
                      <a:pt x="28" y="3702"/>
                    </a:cubicBezTo>
                    <a:cubicBezTo>
                      <a:pt x="0" y="4416"/>
                      <a:pt x="220" y="5131"/>
                      <a:pt x="605" y="5736"/>
                    </a:cubicBezTo>
                    <a:cubicBezTo>
                      <a:pt x="1313" y="6886"/>
                      <a:pt x="2533" y="7513"/>
                      <a:pt x="3774" y="7513"/>
                    </a:cubicBezTo>
                    <a:cubicBezTo>
                      <a:pt x="4462" y="7513"/>
                      <a:pt x="5156" y="7320"/>
                      <a:pt x="5774" y="6918"/>
                    </a:cubicBezTo>
                    <a:cubicBezTo>
                      <a:pt x="7534" y="5791"/>
                      <a:pt x="8028" y="3454"/>
                      <a:pt x="6874" y="1722"/>
                    </a:cubicBezTo>
                    <a:cubicBezTo>
                      <a:pt x="6461" y="1090"/>
                      <a:pt x="5884" y="595"/>
                      <a:pt x="5197" y="292"/>
                    </a:cubicBezTo>
                    <a:cubicBezTo>
                      <a:pt x="4722" y="93"/>
                      <a:pt x="4236" y="0"/>
                      <a:pt x="3761" y="0"/>
                    </a:cubicBezTo>
                    <a:close/>
                  </a:path>
                </a:pathLst>
              </a:custGeom>
              <a:solidFill>
                <a:srgbClr val="000000">
                  <a:alpha val="93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252;p20">
                <a:extLst>
                  <a:ext uri="{FF2B5EF4-FFF2-40B4-BE49-F238E27FC236}">
                    <a16:creationId xmlns:a16="http://schemas.microsoft.com/office/drawing/2014/main" id="{9809242D-78BA-DACA-2C93-3D25267140C7}"/>
                  </a:ext>
                </a:extLst>
              </p:cNvPr>
              <p:cNvSpPr/>
              <p:nvPr/>
            </p:nvSpPr>
            <p:spPr>
              <a:xfrm>
                <a:off x="5014807" y="2193306"/>
                <a:ext cx="271724" cy="251145"/>
              </a:xfrm>
              <a:custGeom>
                <a:avLst/>
                <a:gdLst/>
                <a:ahLst/>
                <a:cxnLst/>
                <a:rect l="l" t="t" r="r" b="b"/>
                <a:pathLst>
                  <a:path w="8166" h="7464" extrusionOk="0">
                    <a:moveTo>
                      <a:pt x="3732" y="0"/>
                    </a:moveTo>
                    <a:cubicBezTo>
                      <a:pt x="1776" y="0"/>
                      <a:pt x="22" y="1569"/>
                      <a:pt x="0" y="3685"/>
                    </a:cubicBezTo>
                    <a:cubicBezTo>
                      <a:pt x="0" y="4428"/>
                      <a:pt x="192" y="5142"/>
                      <a:pt x="577" y="5747"/>
                    </a:cubicBezTo>
                    <a:cubicBezTo>
                      <a:pt x="1314" y="6881"/>
                      <a:pt x="2516" y="7463"/>
                      <a:pt x="3718" y="7463"/>
                    </a:cubicBezTo>
                    <a:cubicBezTo>
                      <a:pt x="4760" y="7463"/>
                      <a:pt x="5803" y="7026"/>
                      <a:pt x="6544" y="6132"/>
                    </a:cubicBezTo>
                    <a:cubicBezTo>
                      <a:pt x="8166" y="4235"/>
                      <a:pt x="7479" y="1321"/>
                      <a:pt x="5196" y="331"/>
                    </a:cubicBezTo>
                    <a:lnTo>
                      <a:pt x="5196" y="303"/>
                    </a:lnTo>
                    <a:cubicBezTo>
                      <a:pt x="4712" y="96"/>
                      <a:pt x="4216" y="0"/>
                      <a:pt x="3732" y="0"/>
                    </a:cubicBezTo>
                    <a:close/>
                  </a:path>
                </a:pathLst>
              </a:custGeom>
              <a:solidFill>
                <a:srgbClr val="000000">
                  <a:alpha val="93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253;p20">
                <a:extLst>
                  <a:ext uri="{FF2B5EF4-FFF2-40B4-BE49-F238E27FC236}">
                    <a16:creationId xmlns:a16="http://schemas.microsoft.com/office/drawing/2014/main" id="{E5AE5E33-03A3-7FC8-80BC-5757BD774EF1}"/>
                  </a:ext>
                </a:extLst>
              </p:cNvPr>
              <p:cNvSpPr/>
              <p:nvPr/>
            </p:nvSpPr>
            <p:spPr>
              <a:xfrm>
                <a:off x="5070609" y="1869281"/>
                <a:ext cx="275417" cy="250169"/>
              </a:xfrm>
              <a:custGeom>
                <a:avLst/>
                <a:gdLst/>
                <a:ahLst/>
                <a:cxnLst/>
                <a:rect l="l" t="t" r="r" b="b"/>
                <a:pathLst>
                  <a:path w="8277" h="7435" extrusionOk="0">
                    <a:moveTo>
                      <a:pt x="4131" y="0"/>
                    </a:moveTo>
                    <a:cubicBezTo>
                      <a:pt x="2877" y="0"/>
                      <a:pt x="1672" y="644"/>
                      <a:pt x="963" y="1768"/>
                    </a:cubicBezTo>
                    <a:cubicBezTo>
                      <a:pt x="0" y="3335"/>
                      <a:pt x="330" y="5369"/>
                      <a:pt x="1732" y="6552"/>
                    </a:cubicBezTo>
                    <a:cubicBezTo>
                      <a:pt x="2429" y="7139"/>
                      <a:pt x="3290" y="7435"/>
                      <a:pt x="4151" y="7435"/>
                    </a:cubicBezTo>
                    <a:cubicBezTo>
                      <a:pt x="5022" y="7435"/>
                      <a:pt x="5894" y="7132"/>
                      <a:pt x="6599" y="6524"/>
                    </a:cubicBezTo>
                    <a:cubicBezTo>
                      <a:pt x="7974" y="5314"/>
                      <a:pt x="8276" y="3252"/>
                      <a:pt x="7259" y="1713"/>
                    </a:cubicBezTo>
                    <a:cubicBezTo>
                      <a:pt x="6874" y="1080"/>
                      <a:pt x="6296" y="585"/>
                      <a:pt x="5609" y="310"/>
                    </a:cubicBezTo>
                    <a:cubicBezTo>
                      <a:pt x="5127" y="100"/>
                      <a:pt x="4625" y="0"/>
                      <a:pt x="4131" y="0"/>
                    </a:cubicBezTo>
                    <a:close/>
                  </a:path>
                </a:pathLst>
              </a:custGeom>
              <a:solidFill>
                <a:srgbClr val="000000">
                  <a:alpha val="93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54;p20">
                <a:extLst>
                  <a:ext uri="{FF2B5EF4-FFF2-40B4-BE49-F238E27FC236}">
                    <a16:creationId xmlns:a16="http://schemas.microsoft.com/office/drawing/2014/main" id="{55268CE8-E0A8-1B54-B498-795D194C0CE0}"/>
                  </a:ext>
                </a:extLst>
              </p:cNvPr>
              <p:cNvSpPr/>
              <p:nvPr/>
            </p:nvSpPr>
            <p:spPr>
              <a:xfrm>
                <a:off x="4680859" y="2123151"/>
                <a:ext cx="274485" cy="250136"/>
              </a:xfrm>
              <a:custGeom>
                <a:avLst/>
                <a:gdLst/>
                <a:ahLst/>
                <a:cxnLst/>
                <a:rect l="l" t="t" r="r" b="b"/>
                <a:pathLst>
                  <a:path w="8249" h="7434" extrusionOk="0">
                    <a:moveTo>
                      <a:pt x="4111" y="1"/>
                    </a:moveTo>
                    <a:cubicBezTo>
                      <a:pt x="2856" y="1"/>
                      <a:pt x="1654" y="630"/>
                      <a:pt x="963" y="1756"/>
                    </a:cubicBezTo>
                    <a:cubicBezTo>
                      <a:pt x="1" y="3323"/>
                      <a:pt x="303" y="5358"/>
                      <a:pt x="1733" y="6540"/>
                    </a:cubicBezTo>
                    <a:cubicBezTo>
                      <a:pt x="2426" y="7138"/>
                      <a:pt x="3280" y="7434"/>
                      <a:pt x="4133" y="7434"/>
                    </a:cubicBezTo>
                    <a:cubicBezTo>
                      <a:pt x="5006" y="7434"/>
                      <a:pt x="5877" y="7124"/>
                      <a:pt x="6572" y="6513"/>
                    </a:cubicBezTo>
                    <a:cubicBezTo>
                      <a:pt x="7946" y="5303"/>
                      <a:pt x="8249" y="3241"/>
                      <a:pt x="7259" y="1701"/>
                    </a:cubicBezTo>
                    <a:cubicBezTo>
                      <a:pt x="6847" y="1069"/>
                      <a:pt x="6269" y="574"/>
                      <a:pt x="5582" y="299"/>
                    </a:cubicBezTo>
                    <a:cubicBezTo>
                      <a:pt x="5102" y="98"/>
                      <a:pt x="4602" y="1"/>
                      <a:pt x="4111" y="1"/>
                    </a:cubicBezTo>
                    <a:close/>
                  </a:path>
                </a:pathLst>
              </a:custGeom>
              <a:solidFill>
                <a:srgbClr val="000000">
                  <a:alpha val="93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55;p20">
                <a:extLst>
                  <a:ext uri="{FF2B5EF4-FFF2-40B4-BE49-F238E27FC236}">
                    <a16:creationId xmlns:a16="http://schemas.microsoft.com/office/drawing/2014/main" id="{3C7E902F-9460-3BB8-EF04-F1B33DE3E90A}"/>
                  </a:ext>
                </a:extLst>
              </p:cNvPr>
              <p:cNvSpPr/>
              <p:nvPr/>
            </p:nvSpPr>
            <p:spPr>
              <a:xfrm>
                <a:off x="4738491" y="1760263"/>
                <a:ext cx="272689" cy="249597"/>
              </a:xfrm>
              <a:custGeom>
                <a:avLst/>
                <a:gdLst/>
                <a:ahLst/>
                <a:cxnLst/>
                <a:rect l="l" t="t" r="r" b="b"/>
                <a:pathLst>
                  <a:path w="8195" h="7418" extrusionOk="0">
                    <a:moveTo>
                      <a:pt x="3722" y="0"/>
                    </a:moveTo>
                    <a:cubicBezTo>
                      <a:pt x="1771" y="0"/>
                      <a:pt x="28" y="1554"/>
                      <a:pt x="28" y="3688"/>
                    </a:cubicBezTo>
                    <a:cubicBezTo>
                      <a:pt x="1" y="4403"/>
                      <a:pt x="221" y="5118"/>
                      <a:pt x="606" y="5722"/>
                    </a:cubicBezTo>
                    <a:cubicBezTo>
                      <a:pt x="1328" y="6843"/>
                      <a:pt x="2524" y="7418"/>
                      <a:pt x="3729" y="7418"/>
                    </a:cubicBezTo>
                    <a:cubicBezTo>
                      <a:pt x="4771" y="7418"/>
                      <a:pt x="5819" y="6987"/>
                      <a:pt x="6572" y="6107"/>
                    </a:cubicBezTo>
                    <a:cubicBezTo>
                      <a:pt x="8194" y="4210"/>
                      <a:pt x="7479" y="1268"/>
                      <a:pt x="5197" y="306"/>
                    </a:cubicBezTo>
                    <a:cubicBezTo>
                      <a:pt x="4708" y="97"/>
                      <a:pt x="4208" y="0"/>
                      <a:pt x="372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56;p20">
                <a:extLst>
                  <a:ext uri="{FF2B5EF4-FFF2-40B4-BE49-F238E27FC236}">
                    <a16:creationId xmlns:a16="http://schemas.microsoft.com/office/drawing/2014/main" id="{6232B210-5FE2-22A7-BA6A-1369F8A7440C}"/>
                  </a:ext>
                </a:extLst>
              </p:cNvPr>
              <p:cNvSpPr/>
              <p:nvPr/>
            </p:nvSpPr>
            <p:spPr>
              <a:xfrm>
                <a:off x="4738491" y="1760196"/>
                <a:ext cx="172963" cy="134018"/>
              </a:xfrm>
              <a:custGeom>
                <a:avLst/>
                <a:gdLst/>
                <a:ahLst/>
                <a:cxnLst/>
                <a:rect l="l" t="t" r="r" b="b"/>
                <a:pathLst>
                  <a:path w="5198" h="3983" extrusionOk="0">
                    <a:moveTo>
                      <a:pt x="3711" y="0"/>
                    </a:moveTo>
                    <a:cubicBezTo>
                      <a:pt x="3012" y="0"/>
                      <a:pt x="2326" y="198"/>
                      <a:pt x="1733" y="583"/>
                    </a:cubicBezTo>
                    <a:cubicBezTo>
                      <a:pt x="661" y="1270"/>
                      <a:pt x="28" y="2425"/>
                      <a:pt x="1" y="3690"/>
                    </a:cubicBezTo>
                    <a:cubicBezTo>
                      <a:pt x="481" y="3890"/>
                      <a:pt x="972" y="3982"/>
                      <a:pt x="1451" y="3982"/>
                    </a:cubicBezTo>
                    <a:cubicBezTo>
                      <a:pt x="3413" y="3982"/>
                      <a:pt x="5175" y="2429"/>
                      <a:pt x="5197" y="308"/>
                    </a:cubicBezTo>
                    <a:cubicBezTo>
                      <a:pt x="4716" y="102"/>
                      <a:pt x="4210" y="0"/>
                      <a:pt x="3711" y="0"/>
                    </a:cubicBezTo>
                    <a:close/>
                  </a:path>
                </a:pathLst>
              </a:custGeom>
              <a:solidFill>
                <a:srgbClr val="FFFFFF">
                  <a:alpha val="1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57;p20">
                <a:extLst>
                  <a:ext uri="{FF2B5EF4-FFF2-40B4-BE49-F238E27FC236}">
                    <a16:creationId xmlns:a16="http://schemas.microsoft.com/office/drawing/2014/main" id="{609C92FF-4598-BBF7-AF0A-E4B62A45B66D}"/>
                  </a:ext>
                </a:extLst>
              </p:cNvPr>
              <p:cNvSpPr/>
              <p:nvPr/>
            </p:nvSpPr>
            <p:spPr>
              <a:xfrm>
                <a:off x="4989185" y="2154443"/>
                <a:ext cx="267165" cy="253164"/>
              </a:xfrm>
              <a:custGeom>
                <a:avLst/>
                <a:gdLst/>
                <a:ahLst/>
                <a:cxnLst/>
                <a:rect l="l" t="t" r="r" b="b"/>
                <a:pathLst>
                  <a:path w="8029" h="7524" extrusionOk="0">
                    <a:moveTo>
                      <a:pt x="3746" y="1"/>
                    </a:moveTo>
                    <a:cubicBezTo>
                      <a:pt x="1804" y="1"/>
                      <a:pt x="50" y="1569"/>
                      <a:pt x="28" y="3685"/>
                    </a:cubicBezTo>
                    <a:cubicBezTo>
                      <a:pt x="0" y="4428"/>
                      <a:pt x="220" y="5143"/>
                      <a:pt x="605" y="5748"/>
                    </a:cubicBezTo>
                    <a:cubicBezTo>
                      <a:pt x="1313" y="6898"/>
                      <a:pt x="2533" y="7524"/>
                      <a:pt x="3774" y="7524"/>
                    </a:cubicBezTo>
                    <a:cubicBezTo>
                      <a:pt x="4462" y="7524"/>
                      <a:pt x="5157" y="7332"/>
                      <a:pt x="5774" y="6930"/>
                    </a:cubicBezTo>
                    <a:cubicBezTo>
                      <a:pt x="7534" y="5802"/>
                      <a:pt x="8029" y="3465"/>
                      <a:pt x="6874" y="1733"/>
                    </a:cubicBezTo>
                    <a:cubicBezTo>
                      <a:pt x="6461" y="1101"/>
                      <a:pt x="5884" y="606"/>
                      <a:pt x="5197" y="304"/>
                    </a:cubicBezTo>
                    <a:cubicBezTo>
                      <a:pt x="4717" y="97"/>
                      <a:pt x="4226" y="1"/>
                      <a:pt x="374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258;p20">
                <a:extLst>
                  <a:ext uri="{FF2B5EF4-FFF2-40B4-BE49-F238E27FC236}">
                    <a16:creationId xmlns:a16="http://schemas.microsoft.com/office/drawing/2014/main" id="{405FE670-8C89-E2F5-B373-BF56187A94CA}"/>
                  </a:ext>
                </a:extLst>
              </p:cNvPr>
              <p:cNvSpPr/>
              <p:nvPr/>
            </p:nvSpPr>
            <p:spPr>
              <a:xfrm>
                <a:off x="4989185" y="2155015"/>
                <a:ext cx="172930" cy="134085"/>
              </a:xfrm>
              <a:custGeom>
                <a:avLst/>
                <a:gdLst/>
                <a:ahLst/>
                <a:cxnLst/>
                <a:rect l="l" t="t" r="r" b="b"/>
                <a:pathLst>
                  <a:path w="5197" h="3985" extrusionOk="0">
                    <a:moveTo>
                      <a:pt x="3760" y="1"/>
                    </a:moveTo>
                    <a:cubicBezTo>
                      <a:pt x="3054" y="1"/>
                      <a:pt x="2350" y="199"/>
                      <a:pt x="1732" y="589"/>
                    </a:cubicBezTo>
                    <a:cubicBezTo>
                      <a:pt x="660" y="1249"/>
                      <a:pt x="28" y="2431"/>
                      <a:pt x="0" y="3668"/>
                    </a:cubicBezTo>
                    <a:cubicBezTo>
                      <a:pt x="493" y="3885"/>
                      <a:pt x="998" y="3985"/>
                      <a:pt x="1489" y="3985"/>
                    </a:cubicBezTo>
                    <a:cubicBezTo>
                      <a:pt x="3435" y="3985"/>
                      <a:pt x="5175" y="2416"/>
                      <a:pt x="5197" y="287"/>
                    </a:cubicBezTo>
                    <a:cubicBezTo>
                      <a:pt x="4736" y="96"/>
                      <a:pt x="4248" y="1"/>
                      <a:pt x="3760" y="1"/>
                    </a:cubicBezTo>
                    <a:close/>
                  </a:path>
                </a:pathLst>
              </a:custGeom>
              <a:solidFill>
                <a:srgbClr val="FFFFFF">
                  <a:alpha val="1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9;p20">
                <a:extLst>
                  <a:ext uri="{FF2B5EF4-FFF2-40B4-BE49-F238E27FC236}">
                    <a16:creationId xmlns:a16="http://schemas.microsoft.com/office/drawing/2014/main" id="{4D68F3AB-1909-2B6E-03AB-91D212E9C72E}"/>
                  </a:ext>
                </a:extLst>
              </p:cNvPr>
              <p:cNvSpPr/>
              <p:nvPr/>
            </p:nvSpPr>
            <p:spPr>
              <a:xfrm>
                <a:off x="5059628" y="1830586"/>
                <a:ext cx="271757" cy="250270"/>
              </a:xfrm>
              <a:custGeom>
                <a:avLst/>
                <a:gdLst/>
                <a:ahLst/>
                <a:cxnLst/>
                <a:rect l="l" t="t" r="r" b="b"/>
                <a:pathLst>
                  <a:path w="8167" h="7438" extrusionOk="0">
                    <a:moveTo>
                      <a:pt x="3707" y="0"/>
                    </a:moveTo>
                    <a:cubicBezTo>
                      <a:pt x="1770" y="0"/>
                      <a:pt x="22" y="1553"/>
                      <a:pt x="0" y="3687"/>
                    </a:cubicBezTo>
                    <a:cubicBezTo>
                      <a:pt x="0" y="4402"/>
                      <a:pt x="193" y="5117"/>
                      <a:pt x="578" y="5722"/>
                    </a:cubicBezTo>
                    <a:cubicBezTo>
                      <a:pt x="1299" y="6856"/>
                      <a:pt x="2502" y="7438"/>
                      <a:pt x="3709" y="7438"/>
                    </a:cubicBezTo>
                    <a:cubicBezTo>
                      <a:pt x="4755" y="7438"/>
                      <a:pt x="5803" y="7001"/>
                      <a:pt x="6544" y="6107"/>
                    </a:cubicBezTo>
                    <a:cubicBezTo>
                      <a:pt x="8166" y="4210"/>
                      <a:pt x="7479" y="1295"/>
                      <a:pt x="5169" y="306"/>
                    </a:cubicBezTo>
                    <a:cubicBezTo>
                      <a:pt x="4686" y="97"/>
                      <a:pt x="4190" y="0"/>
                      <a:pt x="370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0;p20">
                <a:extLst>
                  <a:ext uri="{FF2B5EF4-FFF2-40B4-BE49-F238E27FC236}">
                    <a16:creationId xmlns:a16="http://schemas.microsoft.com/office/drawing/2014/main" id="{205B60F9-237D-A98A-937B-CB84DBD511BD}"/>
                  </a:ext>
                </a:extLst>
              </p:cNvPr>
              <p:cNvSpPr/>
              <p:nvPr/>
            </p:nvSpPr>
            <p:spPr>
              <a:xfrm>
                <a:off x="5059628" y="1830519"/>
                <a:ext cx="172032" cy="134354"/>
              </a:xfrm>
              <a:custGeom>
                <a:avLst/>
                <a:gdLst/>
                <a:ahLst/>
                <a:cxnLst/>
                <a:rect l="l" t="t" r="r" b="b"/>
                <a:pathLst>
                  <a:path w="5170" h="3993" extrusionOk="0">
                    <a:moveTo>
                      <a:pt x="3703" y="0"/>
                    </a:moveTo>
                    <a:cubicBezTo>
                      <a:pt x="3007" y="0"/>
                      <a:pt x="2314" y="198"/>
                      <a:pt x="1705" y="583"/>
                    </a:cubicBezTo>
                    <a:cubicBezTo>
                      <a:pt x="633" y="1270"/>
                      <a:pt x="0" y="2425"/>
                      <a:pt x="0" y="3689"/>
                    </a:cubicBezTo>
                    <a:cubicBezTo>
                      <a:pt x="480" y="3896"/>
                      <a:pt x="971" y="3992"/>
                      <a:pt x="1451" y="3992"/>
                    </a:cubicBezTo>
                    <a:cubicBezTo>
                      <a:pt x="3393" y="3992"/>
                      <a:pt x="5147" y="2424"/>
                      <a:pt x="5169" y="308"/>
                    </a:cubicBezTo>
                    <a:cubicBezTo>
                      <a:pt x="4699" y="101"/>
                      <a:pt x="4200" y="0"/>
                      <a:pt x="3703" y="0"/>
                    </a:cubicBezTo>
                    <a:close/>
                  </a:path>
                </a:pathLst>
              </a:custGeom>
              <a:solidFill>
                <a:srgbClr val="FFFFFF">
                  <a:alpha val="1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61;p20">
                <a:extLst>
                  <a:ext uri="{FF2B5EF4-FFF2-40B4-BE49-F238E27FC236}">
                    <a16:creationId xmlns:a16="http://schemas.microsoft.com/office/drawing/2014/main" id="{9209804C-E794-776A-A93B-CBDAE9774042}"/>
                  </a:ext>
                </a:extLst>
              </p:cNvPr>
              <p:cNvSpPr/>
              <p:nvPr/>
            </p:nvSpPr>
            <p:spPr>
              <a:xfrm>
                <a:off x="4655237" y="2084322"/>
                <a:ext cx="274519" cy="250236"/>
              </a:xfrm>
              <a:custGeom>
                <a:avLst/>
                <a:gdLst/>
                <a:ahLst/>
                <a:cxnLst/>
                <a:rect l="l" t="t" r="r" b="b"/>
                <a:pathLst>
                  <a:path w="8250" h="7437" extrusionOk="0">
                    <a:moveTo>
                      <a:pt x="4138" y="0"/>
                    </a:moveTo>
                    <a:cubicBezTo>
                      <a:pt x="2882" y="0"/>
                      <a:pt x="1674" y="629"/>
                      <a:pt x="963" y="1755"/>
                    </a:cubicBezTo>
                    <a:cubicBezTo>
                      <a:pt x="1" y="3322"/>
                      <a:pt x="331" y="5357"/>
                      <a:pt x="1733" y="6567"/>
                    </a:cubicBezTo>
                    <a:cubicBezTo>
                      <a:pt x="2422" y="7148"/>
                      <a:pt x="3270" y="7437"/>
                      <a:pt x="4121" y="7437"/>
                    </a:cubicBezTo>
                    <a:cubicBezTo>
                      <a:pt x="5002" y="7437"/>
                      <a:pt x="5886" y="7127"/>
                      <a:pt x="6599" y="6512"/>
                    </a:cubicBezTo>
                    <a:cubicBezTo>
                      <a:pt x="7974" y="5302"/>
                      <a:pt x="8249" y="3267"/>
                      <a:pt x="7259" y="1700"/>
                    </a:cubicBezTo>
                    <a:cubicBezTo>
                      <a:pt x="6874" y="1068"/>
                      <a:pt x="6297" y="600"/>
                      <a:pt x="5610" y="298"/>
                    </a:cubicBezTo>
                    <a:cubicBezTo>
                      <a:pt x="5130" y="97"/>
                      <a:pt x="4630" y="0"/>
                      <a:pt x="413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62;p20">
                <a:extLst>
                  <a:ext uri="{FF2B5EF4-FFF2-40B4-BE49-F238E27FC236}">
                    <a16:creationId xmlns:a16="http://schemas.microsoft.com/office/drawing/2014/main" id="{B6F29B4D-8D42-F3FA-0F10-78470BFD6EC6}"/>
                  </a:ext>
                </a:extLst>
              </p:cNvPr>
              <p:cNvSpPr/>
              <p:nvPr/>
            </p:nvSpPr>
            <p:spPr>
              <a:xfrm>
                <a:off x="4668980" y="2084053"/>
                <a:ext cx="172032" cy="134388"/>
              </a:xfrm>
              <a:custGeom>
                <a:avLst/>
                <a:gdLst/>
                <a:ahLst/>
                <a:cxnLst/>
                <a:rect l="l" t="t" r="r" b="b"/>
                <a:pathLst>
                  <a:path w="5170" h="3994" extrusionOk="0">
                    <a:moveTo>
                      <a:pt x="3717" y="0"/>
                    </a:moveTo>
                    <a:cubicBezTo>
                      <a:pt x="3017" y="0"/>
                      <a:pt x="2318" y="205"/>
                      <a:pt x="1705" y="608"/>
                    </a:cubicBezTo>
                    <a:cubicBezTo>
                      <a:pt x="660" y="1268"/>
                      <a:pt x="0" y="2423"/>
                      <a:pt x="0" y="3688"/>
                    </a:cubicBezTo>
                    <a:cubicBezTo>
                      <a:pt x="483" y="3897"/>
                      <a:pt x="979" y="3993"/>
                      <a:pt x="1463" y="3993"/>
                    </a:cubicBezTo>
                    <a:cubicBezTo>
                      <a:pt x="3400" y="3993"/>
                      <a:pt x="5147" y="2440"/>
                      <a:pt x="5169" y="306"/>
                    </a:cubicBezTo>
                    <a:cubicBezTo>
                      <a:pt x="4704" y="102"/>
                      <a:pt x="4210" y="0"/>
                      <a:pt x="3717" y="0"/>
                    </a:cubicBezTo>
                    <a:close/>
                  </a:path>
                </a:pathLst>
              </a:custGeom>
              <a:solidFill>
                <a:srgbClr val="FFFFFF">
                  <a:alpha val="1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63;p20">
                <a:extLst>
                  <a:ext uri="{FF2B5EF4-FFF2-40B4-BE49-F238E27FC236}">
                    <a16:creationId xmlns:a16="http://schemas.microsoft.com/office/drawing/2014/main" id="{AA3F4B72-255A-1C5C-D844-1758BF3593FB}"/>
                  </a:ext>
                </a:extLst>
              </p:cNvPr>
              <p:cNvSpPr/>
              <p:nvPr/>
            </p:nvSpPr>
            <p:spPr>
              <a:xfrm>
                <a:off x="3320444" y="2791290"/>
                <a:ext cx="536160" cy="526011"/>
              </a:xfrm>
              <a:custGeom>
                <a:avLst/>
                <a:gdLst/>
                <a:ahLst/>
                <a:cxnLst/>
                <a:rect l="l" t="t" r="r" b="b"/>
                <a:pathLst>
                  <a:path w="16113" h="15633" extrusionOk="0">
                    <a:moveTo>
                      <a:pt x="5542" y="1"/>
                    </a:moveTo>
                    <a:cubicBezTo>
                      <a:pt x="5235" y="1"/>
                      <a:pt x="4925" y="86"/>
                      <a:pt x="4647" y="265"/>
                    </a:cubicBezTo>
                    <a:lnTo>
                      <a:pt x="2585" y="1585"/>
                    </a:lnTo>
                    <a:cubicBezTo>
                      <a:pt x="1842" y="2080"/>
                      <a:pt x="1622" y="3097"/>
                      <a:pt x="2090" y="3867"/>
                    </a:cubicBezTo>
                    <a:lnTo>
                      <a:pt x="3740" y="6424"/>
                    </a:lnTo>
                    <a:cubicBezTo>
                      <a:pt x="3932" y="6726"/>
                      <a:pt x="3850" y="7111"/>
                      <a:pt x="3575" y="7304"/>
                    </a:cubicBezTo>
                    <a:lnTo>
                      <a:pt x="990" y="8953"/>
                    </a:lnTo>
                    <a:cubicBezTo>
                      <a:pt x="220" y="9448"/>
                      <a:pt x="0" y="10466"/>
                      <a:pt x="495" y="11208"/>
                    </a:cubicBezTo>
                    <a:lnTo>
                      <a:pt x="1815" y="13270"/>
                    </a:lnTo>
                    <a:cubicBezTo>
                      <a:pt x="2131" y="13762"/>
                      <a:pt x="2660" y="14029"/>
                      <a:pt x="3202" y="14029"/>
                    </a:cubicBezTo>
                    <a:cubicBezTo>
                      <a:pt x="3509" y="14029"/>
                      <a:pt x="3819" y="13944"/>
                      <a:pt x="4097" y="13765"/>
                    </a:cubicBezTo>
                    <a:lnTo>
                      <a:pt x="6654" y="12115"/>
                    </a:lnTo>
                    <a:cubicBezTo>
                      <a:pt x="6758" y="12049"/>
                      <a:pt x="6873" y="12018"/>
                      <a:pt x="6985" y="12018"/>
                    </a:cubicBezTo>
                    <a:cubicBezTo>
                      <a:pt x="7199" y="12018"/>
                      <a:pt x="7408" y="12128"/>
                      <a:pt x="7534" y="12308"/>
                    </a:cubicBezTo>
                    <a:lnTo>
                      <a:pt x="9183" y="14892"/>
                    </a:lnTo>
                    <a:cubicBezTo>
                      <a:pt x="9503" y="15371"/>
                      <a:pt x="10039" y="15632"/>
                      <a:pt x="10586" y="15632"/>
                    </a:cubicBezTo>
                    <a:cubicBezTo>
                      <a:pt x="10887" y="15632"/>
                      <a:pt x="11192" y="15553"/>
                      <a:pt x="11465" y="15387"/>
                    </a:cubicBezTo>
                    <a:lnTo>
                      <a:pt x="13528" y="14040"/>
                    </a:lnTo>
                    <a:cubicBezTo>
                      <a:pt x="14270" y="13545"/>
                      <a:pt x="14490" y="12555"/>
                      <a:pt x="14022" y="11785"/>
                    </a:cubicBezTo>
                    <a:lnTo>
                      <a:pt x="12345" y="9201"/>
                    </a:lnTo>
                    <a:cubicBezTo>
                      <a:pt x="12180" y="8926"/>
                      <a:pt x="12263" y="8514"/>
                      <a:pt x="12538" y="8349"/>
                    </a:cubicBezTo>
                    <a:lnTo>
                      <a:pt x="15122" y="6671"/>
                    </a:lnTo>
                    <a:cubicBezTo>
                      <a:pt x="15892" y="6204"/>
                      <a:pt x="16112" y="5187"/>
                      <a:pt x="15617" y="4417"/>
                    </a:cubicBezTo>
                    <a:lnTo>
                      <a:pt x="14297" y="2355"/>
                    </a:lnTo>
                    <a:cubicBezTo>
                      <a:pt x="13982" y="1864"/>
                      <a:pt x="13454" y="1608"/>
                      <a:pt x="12913" y="1608"/>
                    </a:cubicBezTo>
                    <a:cubicBezTo>
                      <a:pt x="12606" y="1608"/>
                      <a:pt x="12294" y="1691"/>
                      <a:pt x="12015" y="1860"/>
                    </a:cubicBezTo>
                    <a:lnTo>
                      <a:pt x="9431" y="3510"/>
                    </a:lnTo>
                    <a:cubicBezTo>
                      <a:pt x="9329" y="3581"/>
                      <a:pt x="9212" y="3614"/>
                      <a:pt x="9095" y="3614"/>
                    </a:cubicBezTo>
                    <a:cubicBezTo>
                      <a:pt x="8897" y="3614"/>
                      <a:pt x="8700" y="3518"/>
                      <a:pt x="8579" y="3345"/>
                    </a:cubicBezTo>
                    <a:lnTo>
                      <a:pt x="6929" y="760"/>
                    </a:lnTo>
                    <a:cubicBezTo>
                      <a:pt x="6613" y="268"/>
                      <a:pt x="6083" y="1"/>
                      <a:pt x="5542" y="1"/>
                    </a:cubicBezTo>
                    <a:close/>
                  </a:path>
                </a:pathLst>
              </a:custGeom>
              <a:solidFill>
                <a:srgbClr val="000000">
                  <a:alpha val="93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264;p20">
                <a:extLst>
                  <a:ext uri="{FF2B5EF4-FFF2-40B4-BE49-F238E27FC236}">
                    <a16:creationId xmlns:a16="http://schemas.microsoft.com/office/drawing/2014/main" id="{C1A10EC0-A7C6-66FC-7B38-1A37E388452F}"/>
                  </a:ext>
                </a:extLst>
              </p:cNvPr>
              <p:cNvSpPr/>
              <p:nvPr/>
            </p:nvSpPr>
            <p:spPr>
              <a:xfrm>
                <a:off x="3302143" y="2762622"/>
                <a:ext cx="535228" cy="526011"/>
              </a:xfrm>
              <a:custGeom>
                <a:avLst/>
                <a:gdLst/>
                <a:ahLst/>
                <a:cxnLst/>
                <a:rect l="l" t="t" r="r" b="b"/>
                <a:pathLst>
                  <a:path w="16085" h="15633" extrusionOk="0">
                    <a:moveTo>
                      <a:pt x="5521" y="1"/>
                    </a:moveTo>
                    <a:cubicBezTo>
                      <a:pt x="5219" y="1"/>
                      <a:pt x="4915" y="86"/>
                      <a:pt x="4647" y="265"/>
                    </a:cubicBezTo>
                    <a:lnTo>
                      <a:pt x="2585" y="1612"/>
                    </a:lnTo>
                    <a:cubicBezTo>
                      <a:pt x="1815" y="2080"/>
                      <a:pt x="1595" y="3097"/>
                      <a:pt x="2090" y="3867"/>
                    </a:cubicBezTo>
                    <a:lnTo>
                      <a:pt x="3740" y="6451"/>
                    </a:lnTo>
                    <a:cubicBezTo>
                      <a:pt x="3932" y="6726"/>
                      <a:pt x="3850" y="7111"/>
                      <a:pt x="3547" y="7303"/>
                    </a:cubicBezTo>
                    <a:lnTo>
                      <a:pt x="1293" y="8761"/>
                    </a:lnTo>
                    <a:lnTo>
                      <a:pt x="963" y="8953"/>
                    </a:lnTo>
                    <a:cubicBezTo>
                      <a:pt x="220" y="9448"/>
                      <a:pt x="0" y="10465"/>
                      <a:pt x="468" y="11208"/>
                    </a:cubicBezTo>
                    <a:lnTo>
                      <a:pt x="1815" y="13270"/>
                    </a:lnTo>
                    <a:cubicBezTo>
                      <a:pt x="2131" y="13762"/>
                      <a:pt x="2649" y="14029"/>
                      <a:pt x="3183" y="14029"/>
                    </a:cubicBezTo>
                    <a:cubicBezTo>
                      <a:pt x="3485" y="14029"/>
                      <a:pt x="3792" y="13943"/>
                      <a:pt x="4070" y="13765"/>
                    </a:cubicBezTo>
                    <a:lnTo>
                      <a:pt x="6654" y="12115"/>
                    </a:lnTo>
                    <a:cubicBezTo>
                      <a:pt x="6754" y="12045"/>
                      <a:pt x="6868" y="12011"/>
                      <a:pt x="6983" y="12011"/>
                    </a:cubicBezTo>
                    <a:cubicBezTo>
                      <a:pt x="7183" y="12011"/>
                      <a:pt x="7384" y="12115"/>
                      <a:pt x="7506" y="12307"/>
                    </a:cubicBezTo>
                    <a:lnTo>
                      <a:pt x="9184" y="14892"/>
                    </a:lnTo>
                    <a:cubicBezTo>
                      <a:pt x="9485" y="15371"/>
                      <a:pt x="10015" y="15632"/>
                      <a:pt x="10560" y="15632"/>
                    </a:cubicBezTo>
                    <a:cubicBezTo>
                      <a:pt x="10860" y="15632"/>
                      <a:pt x="11165" y="15553"/>
                      <a:pt x="11438" y="15387"/>
                    </a:cubicBezTo>
                    <a:lnTo>
                      <a:pt x="13500" y="14040"/>
                    </a:lnTo>
                    <a:cubicBezTo>
                      <a:pt x="14270" y="13545"/>
                      <a:pt x="14490" y="12527"/>
                      <a:pt x="13995" y="11785"/>
                    </a:cubicBezTo>
                    <a:lnTo>
                      <a:pt x="12345" y="9201"/>
                    </a:lnTo>
                    <a:cubicBezTo>
                      <a:pt x="12153" y="8926"/>
                      <a:pt x="12235" y="8513"/>
                      <a:pt x="12538" y="8348"/>
                    </a:cubicBezTo>
                    <a:lnTo>
                      <a:pt x="15095" y="6671"/>
                    </a:lnTo>
                    <a:cubicBezTo>
                      <a:pt x="15865" y="6204"/>
                      <a:pt x="16085" y="5186"/>
                      <a:pt x="15590" y="4417"/>
                    </a:cubicBezTo>
                    <a:lnTo>
                      <a:pt x="14270" y="2355"/>
                    </a:lnTo>
                    <a:cubicBezTo>
                      <a:pt x="13955" y="1882"/>
                      <a:pt x="13429" y="1622"/>
                      <a:pt x="12897" y="1622"/>
                    </a:cubicBezTo>
                    <a:cubicBezTo>
                      <a:pt x="12592" y="1622"/>
                      <a:pt x="12286" y="1707"/>
                      <a:pt x="12015" y="1887"/>
                    </a:cubicBezTo>
                    <a:lnTo>
                      <a:pt x="11631" y="2107"/>
                    </a:lnTo>
                    <a:lnTo>
                      <a:pt x="9431" y="3537"/>
                    </a:lnTo>
                    <a:cubicBezTo>
                      <a:pt x="9326" y="3594"/>
                      <a:pt x="9211" y="3621"/>
                      <a:pt x="9098" y="3621"/>
                    </a:cubicBezTo>
                    <a:cubicBezTo>
                      <a:pt x="8885" y="3621"/>
                      <a:pt x="8677" y="3524"/>
                      <a:pt x="8551" y="3344"/>
                    </a:cubicBezTo>
                    <a:lnTo>
                      <a:pt x="6902" y="760"/>
                    </a:lnTo>
                    <a:cubicBezTo>
                      <a:pt x="6585" y="268"/>
                      <a:pt x="6056" y="1"/>
                      <a:pt x="5521" y="1"/>
                    </a:cubicBezTo>
                    <a:close/>
                  </a:path>
                </a:pathLst>
              </a:custGeom>
              <a:solidFill>
                <a:srgbClr val="B7B7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265;p20">
                <a:extLst>
                  <a:ext uri="{FF2B5EF4-FFF2-40B4-BE49-F238E27FC236}">
                    <a16:creationId xmlns:a16="http://schemas.microsoft.com/office/drawing/2014/main" id="{74A9075C-240D-A756-A43D-6CC997BFE06E}"/>
                  </a:ext>
                </a:extLst>
              </p:cNvPr>
              <p:cNvSpPr/>
              <p:nvPr/>
            </p:nvSpPr>
            <p:spPr>
              <a:xfrm>
                <a:off x="3345134" y="2762622"/>
                <a:ext cx="344030" cy="306428"/>
              </a:xfrm>
              <a:custGeom>
                <a:avLst/>
                <a:gdLst/>
                <a:ahLst/>
                <a:cxnLst/>
                <a:rect l="l" t="t" r="r" b="b"/>
                <a:pathLst>
                  <a:path w="10339" h="9107" extrusionOk="0">
                    <a:moveTo>
                      <a:pt x="4222" y="1"/>
                    </a:moveTo>
                    <a:cubicBezTo>
                      <a:pt x="3916" y="1"/>
                      <a:pt x="3606" y="86"/>
                      <a:pt x="3327" y="265"/>
                    </a:cubicBezTo>
                    <a:lnTo>
                      <a:pt x="1265" y="1585"/>
                    </a:lnTo>
                    <a:cubicBezTo>
                      <a:pt x="523" y="2080"/>
                      <a:pt x="303" y="3097"/>
                      <a:pt x="770" y="3867"/>
                    </a:cubicBezTo>
                    <a:lnTo>
                      <a:pt x="2448" y="6424"/>
                    </a:lnTo>
                    <a:cubicBezTo>
                      <a:pt x="2640" y="6726"/>
                      <a:pt x="2530" y="7111"/>
                      <a:pt x="2255" y="7303"/>
                    </a:cubicBezTo>
                    <a:lnTo>
                      <a:pt x="1" y="8761"/>
                    </a:lnTo>
                    <a:cubicBezTo>
                      <a:pt x="781" y="8995"/>
                      <a:pt x="1565" y="9106"/>
                      <a:pt x="2334" y="9106"/>
                    </a:cubicBezTo>
                    <a:cubicBezTo>
                      <a:pt x="6257" y="9106"/>
                      <a:pt x="9787" y="6222"/>
                      <a:pt x="10339" y="2107"/>
                    </a:cubicBezTo>
                    <a:lnTo>
                      <a:pt x="10339" y="2107"/>
                    </a:lnTo>
                    <a:lnTo>
                      <a:pt x="8139" y="3509"/>
                    </a:lnTo>
                    <a:cubicBezTo>
                      <a:pt x="8029" y="3579"/>
                      <a:pt x="7908" y="3613"/>
                      <a:pt x="7790" y="3613"/>
                    </a:cubicBezTo>
                    <a:cubicBezTo>
                      <a:pt x="7582" y="3613"/>
                      <a:pt x="7382" y="3509"/>
                      <a:pt x="7259" y="3317"/>
                    </a:cubicBezTo>
                    <a:lnTo>
                      <a:pt x="5610" y="760"/>
                    </a:lnTo>
                    <a:cubicBezTo>
                      <a:pt x="5293" y="268"/>
                      <a:pt x="4764" y="1"/>
                      <a:pt x="4222" y="1"/>
                    </a:cubicBezTo>
                    <a:close/>
                  </a:path>
                </a:pathLst>
              </a:custGeom>
              <a:solidFill>
                <a:srgbClr val="FFFFFF">
                  <a:alpha val="1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266;p20">
                <a:extLst>
                  <a:ext uri="{FF2B5EF4-FFF2-40B4-BE49-F238E27FC236}">
                    <a16:creationId xmlns:a16="http://schemas.microsoft.com/office/drawing/2014/main" id="{A99EF5A8-F2B5-B0B7-0FD7-84988B82F9E3}"/>
                  </a:ext>
                </a:extLst>
              </p:cNvPr>
              <p:cNvSpPr/>
              <p:nvPr/>
            </p:nvSpPr>
            <p:spPr>
              <a:xfrm>
                <a:off x="4230748" y="2619654"/>
                <a:ext cx="328458" cy="275708"/>
              </a:xfrm>
              <a:custGeom>
                <a:avLst/>
                <a:gdLst/>
                <a:ahLst/>
                <a:cxnLst/>
                <a:rect l="l" t="t" r="r" b="b"/>
                <a:pathLst>
                  <a:path w="9871" h="8194" extrusionOk="0">
                    <a:moveTo>
                      <a:pt x="7326" y="1"/>
                    </a:moveTo>
                    <a:cubicBezTo>
                      <a:pt x="7135" y="1"/>
                      <a:pt x="6940" y="56"/>
                      <a:pt x="6764" y="170"/>
                    </a:cubicBezTo>
                    <a:lnTo>
                      <a:pt x="605" y="4102"/>
                    </a:lnTo>
                    <a:cubicBezTo>
                      <a:pt x="138" y="4404"/>
                      <a:pt x="0" y="5036"/>
                      <a:pt x="303" y="5476"/>
                    </a:cubicBezTo>
                    <a:lnTo>
                      <a:pt x="1760" y="7731"/>
                    </a:lnTo>
                    <a:cubicBezTo>
                      <a:pt x="1936" y="8030"/>
                      <a:pt x="2258" y="8194"/>
                      <a:pt x="2590" y="8194"/>
                    </a:cubicBezTo>
                    <a:cubicBezTo>
                      <a:pt x="2777" y="8194"/>
                      <a:pt x="2966" y="8142"/>
                      <a:pt x="3135" y="8033"/>
                    </a:cubicBezTo>
                    <a:lnTo>
                      <a:pt x="9293" y="4074"/>
                    </a:lnTo>
                    <a:cubicBezTo>
                      <a:pt x="9733" y="3772"/>
                      <a:pt x="9871" y="3167"/>
                      <a:pt x="9568" y="2699"/>
                    </a:cubicBezTo>
                    <a:lnTo>
                      <a:pt x="8139" y="445"/>
                    </a:lnTo>
                    <a:cubicBezTo>
                      <a:pt x="7950" y="153"/>
                      <a:pt x="7644" y="1"/>
                      <a:pt x="7326" y="1"/>
                    </a:cubicBezTo>
                    <a:close/>
                  </a:path>
                </a:pathLst>
              </a:custGeom>
              <a:solidFill>
                <a:srgbClr val="000000">
                  <a:alpha val="93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267;p20">
                <a:extLst>
                  <a:ext uri="{FF2B5EF4-FFF2-40B4-BE49-F238E27FC236}">
                    <a16:creationId xmlns:a16="http://schemas.microsoft.com/office/drawing/2014/main" id="{05A9303E-1C85-D739-97F5-5C70DBD96E43}"/>
                  </a:ext>
                </a:extLst>
              </p:cNvPr>
              <p:cNvSpPr/>
              <p:nvPr/>
            </p:nvSpPr>
            <p:spPr>
              <a:xfrm>
                <a:off x="4214277" y="2590784"/>
                <a:ext cx="325729" cy="275910"/>
              </a:xfrm>
              <a:custGeom>
                <a:avLst/>
                <a:gdLst/>
                <a:ahLst/>
                <a:cxnLst/>
                <a:rect l="l" t="t" r="r" b="b"/>
                <a:pathLst>
                  <a:path w="9789" h="8200" extrusionOk="0">
                    <a:moveTo>
                      <a:pt x="7213" y="0"/>
                    </a:moveTo>
                    <a:cubicBezTo>
                      <a:pt x="7164" y="0"/>
                      <a:pt x="7115" y="4"/>
                      <a:pt x="7066" y="11"/>
                    </a:cubicBezTo>
                    <a:cubicBezTo>
                      <a:pt x="6929" y="38"/>
                      <a:pt x="6819" y="93"/>
                      <a:pt x="6682" y="148"/>
                    </a:cubicBezTo>
                    <a:lnTo>
                      <a:pt x="523" y="4107"/>
                    </a:lnTo>
                    <a:cubicBezTo>
                      <a:pt x="385" y="4190"/>
                      <a:pt x="275" y="4327"/>
                      <a:pt x="193" y="4465"/>
                    </a:cubicBezTo>
                    <a:cubicBezTo>
                      <a:pt x="0" y="4795"/>
                      <a:pt x="0" y="5179"/>
                      <a:pt x="220" y="5482"/>
                    </a:cubicBezTo>
                    <a:lnTo>
                      <a:pt x="1678" y="7736"/>
                    </a:lnTo>
                    <a:cubicBezTo>
                      <a:pt x="1854" y="8036"/>
                      <a:pt x="2176" y="8200"/>
                      <a:pt x="2508" y="8200"/>
                    </a:cubicBezTo>
                    <a:cubicBezTo>
                      <a:pt x="2694" y="8200"/>
                      <a:pt x="2884" y="8148"/>
                      <a:pt x="3052" y="8039"/>
                    </a:cubicBezTo>
                    <a:lnTo>
                      <a:pt x="9211" y="4080"/>
                    </a:lnTo>
                    <a:cubicBezTo>
                      <a:pt x="9651" y="3777"/>
                      <a:pt x="9788" y="3172"/>
                      <a:pt x="9486" y="2705"/>
                    </a:cubicBezTo>
                    <a:lnTo>
                      <a:pt x="8056" y="450"/>
                    </a:lnTo>
                    <a:cubicBezTo>
                      <a:pt x="7864" y="162"/>
                      <a:pt x="7547" y="0"/>
                      <a:pt x="7213" y="0"/>
                    </a:cubicBezTo>
                    <a:close/>
                  </a:path>
                </a:pathLst>
              </a:custGeom>
              <a:solidFill>
                <a:srgbClr val="B7B7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4" name="Google Shape;268;p20">
                <a:extLst>
                  <a:ext uri="{FF2B5EF4-FFF2-40B4-BE49-F238E27FC236}">
                    <a16:creationId xmlns:a16="http://schemas.microsoft.com/office/drawing/2014/main" id="{C500FAC9-F9B1-C0BC-D6AD-3F0B9146C549}"/>
                  </a:ext>
                </a:extLst>
              </p:cNvPr>
              <p:cNvSpPr/>
              <p:nvPr/>
            </p:nvSpPr>
            <p:spPr>
              <a:xfrm>
                <a:off x="4220666" y="2591121"/>
                <a:ext cx="236552" cy="169651"/>
              </a:xfrm>
              <a:custGeom>
                <a:avLst/>
                <a:gdLst/>
                <a:ahLst/>
                <a:cxnLst/>
                <a:rect l="l" t="t" r="r" b="b"/>
                <a:pathLst>
                  <a:path w="7109" h="5042" extrusionOk="0">
                    <a:moveTo>
                      <a:pt x="6874" y="1"/>
                    </a:moveTo>
                    <a:lnTo>
                      <a:pt x="6874" y="1"/>
                    </a:lnTo>
                    <a:cubicBezTo>
                      <a:pt x="6737" y="28"/>
                      <a:pt x="6600" y="83"/>
                      <a:pt x="6490" y="138"/>
                    </a:cubicBezTo>
                    <a:lnTo>
                      <a:pt x="358" y="4097"/>
                    </a:lnTo>
                    <a:cubicBezTo>
                      <a:pt x="193" y="4180"/>
                      <a:pt x="83" y="4317"/>
                      <a:pt x="1" y="4455"/>
                    </a:cubicBezTo>
                    <a:cubicBezTo>
                      <a:pt x="732" y="4858"/>
                      <a:pt x="1499" y="5041"/>
                      <a:pt x="2244" y="5041"/>
                    </a:cubicBezTo>
                    <a:cubicBezTo>
                      <a:pt x="4803" y="5041"/>
                      <a:pt x="7109" y="2875"/>
                      <a:pt x="6874" y="1"/>
                    </a:cubicBezTo>
                    <a:close/>
                  </a:path>
                </a:pathLst>
              </a:custGeom>
              <a:solidFill>
                <a:srgbClr val="FFFFFF">
                  <a:alpha val="1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>
            <a:spLocks noGrp="1"/>
          </p:cNvSpPr>
          <p:nvPr>
            <p:ph type="title"/>
          </p:nvPr>
        </p:nvSpPr>
        <p:spPr>
          <a:xfrm>
            <a:off x="405987" y="217255"/>
            <a:ext cx="8229600" cy="40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 dirty="0"/>
              <a:t>Our Team</a:t>
            </a:r>
            <a:endParaRPr sz="3600" dirty="0"/>
          </a:p>
        </p:txBody>
      </p:sp>
      <p:grpSp>
        <p:nvGrpSpPr>
          <p:cNvPr id="109" name="Google Shape;109;p18"/>
          <p:cNvGrpSpPr/>
          <p:nvPr/>
        </p:nvGrpSpPr>
        <p:grpSpPr>
          <a:xfrm>
            <a:off x="243390" y="3168434"/>
            <a:ext cx="3194400" cy="1020150"/>
            <a:chOff x="225600" y="3097906"/>
            <a:chExt cx="3194400" cy="1020150"/>
          </a:xfrm>
        </p:grpSpPr>
        <p:cxnSp>
          <p:nvCxnSpPr>
            <p:cNvPr id="110" name="Google Shape;110;p18"/>
            <p:cNvCxnSpPr/>
            <p:nvPr/>
          </p:nvCxnSpPr>
          <p:spPr>
            <a:xfrm rot="10800000">
              <a:off x="2067900" y="3260356"/>
              <a:ext cx="1352100" cy="857700"/>
            </a:xfrm>
            <a:prstGeom prst="curvedConnector3">
              <a:avLst>
                <a:gd name="adj1" fmla="val 50000"/>
              </a:avLst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1" name="Google Shape;111;p18"/>
            <p:cNvSpPr txBox="1"/>
            <p:nvPr/>
          </p:nvSpPr>
          <p:spPr>
            <a:xfrm>
              <a:off x="287613" y="3272292"/>
              <a:ext cx="1855200" cy="78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171450" lvl="0" indent="-171450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Front-End Developer</a:t>
              </a:r>
            </a:p>
            <a:p>
              <a:pPr marL="171450" lvl="0" indent="-171450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9 A</a:t>
              </a:r>
              <a:endParaRPr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2" name="Google Shape;112;p18"/>
            <p:cNvSpPr/>
            <p:nvPr/>
          </p:nvSpPr>
          <p:spPr>
            <a:xfrm>
              <a:off x="225600" y="3097906"/>
              <a:ext cx="1855200" cy="324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200"/>
                </a:spcAft>
                <a:buNone/>
              </a:pPr>
              <a:r>
                <a:rPr lang="en" sz="1800" dirty="0">
                  <a:solidFill>
                    <a:schemeClr val="lt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Maria Pavlova</a:t>
              </a:r>
              <a:endParaRPr dirty="0">
                <a:solidFill>
                  <a:schemeClr val="lt1"/>
                </a:solidFill>
              </a:endParaRPr>
            </a:p>
          </p:txBody>
        </p:sp>
      </p:grpSp>
      <p:grpSp>
        <p:nvGrpSpPr>
          <p:cNvPr id="113" name="Google Shape;113;p18"/>
          <p:cNvGrpSpPr/>
          <p:nvPr/>
        </p:nvGrpSpPr>
        <p:grpSpPr>
          <a:xfrm>
            <a:off x="5741790" y="3199122"/>
            <a:ext cx="3163131" cy="989462"/>
            <a:chOff x="5724000" y="3128594"/>
            <a:chExt cx="3163131" cy="989462"/>
          </a:xfrm>
        </p:grpSpPr>
        <p:cxnSp>
          <p:nvCxnSpPr>
            <p:cNvPr id="114" name="Google Shape;114;p18"/>
            <p:cNvCxnSpPr/>
            <p:nvPr/>
          </p:nvCxnSpPr>
          <p:spPr>
            <a:xfrm rot="10800000" flipH="1">
              <a:off x="5724000" y="3260356"/>
              <a:ext cx="1352100" cy="857700"/>
            </a:xfrm>
            <a:prstGeom prst="curvedConnector3">
              <a:avLst>
                <a:gd name="adj1" fmla="val 50000"/>
              </a:avLst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6" name="Google Shape;116;p18"/>
            <p:cNvSpPr/>
            <p:nvPr/>
          </p:nvSpPr>
          <p:spPr>
            <a:xfrm>
              <a:off x="7031931" y="3128594"/>
              <a:ext cx="1855200" cy="324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200"/>
                </a:spcAft>
                <a:buNone/>
              </a:pPr>
              <a:r>
                <a:rPr lang="en" sz="1800" dirty="0">
                  <a:solidFill>
                    <a:schemeClr val="lt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Velin Markov</a:t>
              </a:r>
              <a:endParaRPr sz="1800" dirty="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117" name="Google Shape;117;p18"/>
          <p:cNvGrpSpPr/>
          <p:nvPr/>
        </p:nvGrpSpPr>
        <p:grpSpPr>
          <a:xfrm>
            <a:off x="2411702" y="2468451"/>
            <a:ext cx="1739690" cy="1116207"/>
            <a:chOff x="2661200" y="1922140"/>
            <a:chExt cx="1392000" cy="1098600"/>
          </a:xfrm>
        </p:grpSpPr>
        <p:cxnSp>
          <p:nvCxnSpPr>
            <p:cNvPr id="118" name="Google Shape;118;p18"/>
            <p:cNvCxnSpPr/>
            <p:nvPr/>
          </p:nvCxnSpPr>
          <p:spPr>
            <a:xfrm rot="5400000" flipH="1">
              <a:off x="3248739" y="2359540"/>
              <a:ext cx="773700" cy="548700"/>
            </a:xfrm>
            <a:prstGeom prst="curvedConnector3">
              <a:avLst>
                <a:gd name="adj1" fmla="val 50000"/>
              </a:avLst>
            </a:prstGeom>
            <a:noFill/>
            <a:ln w="2857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20" name="Google Shape;120;p18"/>
            <p:cNvSpPr/>
            <p:nvPr/>
          </p:nvSpPr>
          <p:spPr>
            <a:xfrm>
              <a:off x="2661200" y="1922140"/>
              <a:ext cx="1392000" cy="324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200"/>
                </a:spcAft>
                <a:buNone/>
              </a:pPr>
              <a:r>
                <a:rPr lang="en" sz="1800" dirty="0">
                  <a:solidFill>
                    <a:schemeClr val="lt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Iveta Noneva</a:t>
              </a:r>
              <a:endParaRPr dirty="0">
                <a:solidFill>
                  <a:schemeClr val="lt1"/>
                </a:solidFill>
              </a:endParaRPr>
            </a:p>
          </p:txBody>
        </p:sp>
      </p:grpSp>
      <p:grpSp>
        <p:nvGrpSpPr>
          <p:cNvPr id="121" name="Google Shape;121;p18"/>
          <p:cNvGrpSpPr/>
          <p:nvPr/>
        </p:nvGrpSpPr>
        <p:grpSpPr>
          <a:xfrm>
            <a:off x="5278149" y="2425422"/>
            <a:ext cx="1392000" cy="1098600"/>
            <a:chOff x="5090800" y="1922140"/>
            <a:chExt cx="1392000" cy="1098600"/>
          </a:xfrm>
        </p:grpSpPr>
        <p:cxnSp>
          <p:nvCxnSpPr>
            <p:cNvPr id="122" name="Google Shape;122;p18"/>
            <p:cNvCxnSpPr/>
            <p:nvPr/>
          </p:nvCxnSpPr>
          <p:spPr>
            <a:xfrm rot="-5400000">
              <a:off x="5121561" y="2359540"/>
              <a:ext cx="773700" cy="548700"/>
            </a:xfrm>
            <a:prstGeom prst="curvedConnector3">
              <a:avLst>
                <a:gd name="adj1" fmla="val 50000"/>
              </a:avLst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24" name="Google Shape;124;p18"/>
            <p:cNvSpPr/>
            <p:nvPr/>
          </p:nvSpPr>
          <p:spPr>
            <a:xfrm>
              <a:off x="5090800" y="1922140"/>
              <a:ext cx="1392000" cy="324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200"/>
                </a:spcAft>
                <a:buNone/>
              </a:pPr>
              <a:r>
                <a:rPr lang="en-US" sz="1800" dirty="0">
                  <a:solidFill>
                    <a:schemeClr val="lt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Galin </a:t>
              </a:r>
              <a:r>
                <a:rPr lang="en-US" sz="1800" dirty="0" err="1">
                  <a:solidFill>
                    <a:schemeClr val="lt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Enev</a:t>
              </a:r>
              <a:endParaRPr sz="1800" dirty="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125" name="Google Shape;125;p18"/>
          <p:cNvGrpSpPr/>
          <p:nvPr/>
        </p:nvGrpSpPr>
        <p:grpSpPr>
          <a:xfrm>
            <a:off x="3229264" y="3210531"/>
            <a:ext cx="2873754" cy="2085402"/>
            <a:chOff x="3013296" y="2497740"/>
            <a:chExt cx="2873754" cy="2085402"/>
          </a:xfrm>
        </p:grpSpPr>
        <p:sp>
          <p:nvSpPr>
            <p:cNvPr id="126" name="Google Shape;126;p18"/>
            <p:cNvSpPr/>
            <p:nvPr/>
          </p:nvSpPr>
          <p:spPr>
            <a:xfrm>
              <a:off x="3118900" y="4350605"/>
              <a:ext cx="2662486" cy="232538"/>
            </a:xfrm>
            <a:custGeom>
              <a:avLst/>
              <a:gdLst/>
              <a:ahLst/>
              <a:cxnLst/>
              <a:rect l="l" t="t" r="r" b="b"/>
              <a:pathLst>
                <a:path w="135461" h="11831" extrusionOk="0">
                  <a:moveTo>
                    <a:pt x="67731" y="0"/>
                  </a:moveTo>
                  <a:cubicBezTo>
                    <a:pt x="30317" y="0"/>
                    <a:pt x="1" y="2662"/>
                    <a:pt x="1" y="5916"/>
                  </a:cubicBezTo>
                  <a:cubicBezTo>
                    <a:pt x="1" y="9169"/>
                    <a:pt x="30317" y="11831"/>
                    <a:pt x="67731" y="11831"/>
                  </a:cubicBezTo>
                  <a:cubicBezTo>
                    <a:pt x="105145" y="11831"/>
                    <a:pt x="135461" y="9169"/>
                    <a:pt x="135461" y="5916"/>
                  </a:cubicBezTo>
                  <a:cubicBezTo>
                    <a:pt x="135461" y="2662"/>
                    <a:pt x="105145" y="0"/>
                    <a:pt x="67731" y="0"/>
                  </a:cubicBezTo>
                  <a:close/>
                </a:path>
              </a:pathLst>
            </a:custGeom>
            <a:solidFill>
              <a:srgbClr val="000000">
                <a:alpha val="130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18"/>
            <p:cNvSpPr/>
            <p:nvPr/>
          </p:nvSpPr>
          <p:spPr>
            <a:xfrm>
              <a:off x="3436614" y="2497740"/>
              <a:ext cx="544234" cy="248541"/>
            </a:xfrm>
            <a:custGeom>
              <a:avLst/>
              <a:gdLst/>
              <a:ahLst/>
              <a:cxnLst/>
              <a:rect l="l" t="t" r="r" b="b"/>
              <a:pathLst>
                <a:path w="27689" h="12645" extrusionOk="0">
                  <a:moveTo>
                    <a:pt x="23951" y="0"/>
                  </a:moveTo>
                  <a:cubicBezTo>
                    <a:pt x="23796" y="0"/>
                    <a:pt x="23635" y="12"/>
                    <a:pt x="23468" y="36"/>
                  </a:cubicBezTo>
                  <a:cubicBezTo>
                    <a:pt x="16025" y="973"/>
                    <a:pt x="8926" y="3586"/>
                    <a:pt x="2617" y="7578"/>
                  </a:cubicBezTo>
                  <a:cubicBezTo>
                    <a:pt x="1" y="9213"/>
                    <a:pt x="1960" y="12645"/>
                    <a:pt x="4505" y="12645"/>
                  </a:cubicBezTo>
                  <a:cubicBezTo>
                    <a:pt x="5029" y="12645"/>
                    <a:pt x="5578" y="12499"/>
                    <a:pt x="6117" y="12163"/>
                  </a:cubicBezTo>
                  <a:cubicBezTo>
                    <a:pt x="11588" y="8761"/>
                    <a:pt x="17750" y="6543"/>
                    <a:pt x="24158" y="5754"/>
                  </a:cubicBezTo>
                  <a:cubicBezTo>
                    <a:pt x="27688" y="5237"/>
                    <a:pt x="27219" y="0"/>
                    <a:pt x="2395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8"/>
            <p:cNvSpPr/>
            <p:nvPr/>
          </p:nvSpPr>
          <p:spPr>
            <a:xfrm>
              <a:off x="4919404" y="2497740"/>
              <a:ext cx="544214" cy="248541"/>
            </a:xfrm>
            <a:custGeom>
              <a:avLst/>
              <a:gdLst/>
              <a:ahLst/>
              <a:cxnLst/>
              <a:rect l="l" t="t" r="r" b="b"/>
              <a:pathLst>
                <a:path w="27688" h="12645" extrusionOk="0">
                  <a:moveTo>
                    <a:pt x="3787" y="0"/>
                  </a:moveTo>
                  <a:cubicBezTo>
                    <a:pt x="515" y="0"/>
                    <a:pt x="0" y="5237"/>
                    <a:pt x="3530" y="5754"/>
                  </a:cubicBezTo>
                  <a:cubicBezTo>
                    <a:pt x="9939" y="6543"/>
                    <a:pt x="16100" y="8761"/>
                    <a:pt x="21572" y="12163"/>
                  </a:cubicBezTo>
                  <a:cubicBezTo>
                    <a:pt x="22111" y="12499"/>
                    <a:pt x="22660" y="12645"/>
                    <a:pt x="23184" y="12645"/>
                  </a:cubicBezTo>
                  <a:cubicBezTo>
                    <a:pt x="25728" y="12645"/>
                    <a:pt x="27688" y="9213"/>
                    <a:pt x="25072" y="7578"/>
                  </a:cubicBezTo>
                  <a:cubicBezTo>
                    <a:pt x="18762" y="3586"/>
                    <a:pt x="11664" y="973"/>
                    <a:pt x="4270" y="36"/>
                  </a:cubicBezTo>
                  <a:cubicBezTo>
                    <a:pt x="4103" y="12"/>
                    <a:pt x="3942" y="0"/>
                    <a:pt x="378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8"/>
            <p:cNvSpPr/>
            <p:nvPr/>
          </p:nvSpPr>
          <p:spPr>
            <a:xfrm>
              <a:off x="3013296" y="2511047"/>
              <a:ext cx="2873754" cy="1992059"/>
            </a:xfrm>
            <a:custGeom>
              <a:avLst/>
              <a:gdLst/>
              <a:ahLst/>
              <a:cxnLst/>
              <a:rect l="l" t="t" r="r" b="b"/>
              <a:pathLst>
                <a:path w="146208" h="101350" extrusionOk="0">
                  <a:moveTo>
                    <a:pt x="73104" y="0"/>
                  </a:moveTo>
                  <a:cubicBezTo>
                    <a:pt x="32732" y="0"/>
                    <a:pt x="1" y="19669"/>
                    <a:pt x="1" y="43921"/>
                  </a:cubicBezTo>
                  <a:cubicBezTo>
                    <a:pt x="1" y="55998"/>
                    <a:pt x="8036" y="70195"/>
                    <a:pt x="21098" y="81484"/>
                  </a:cubicBezTo>
                  <a:cubicBezTo>
                    <a:pt x="34359" y="92920"/>
                    <a:pt x="52745" y="101349"/>
                    <a:pt x="73104" y="101349"/>
                  </a:cubicBezTo>
                  <a:cubicBezTo>
                    <a:pt x="113476" y="101349"/>
                    <a:pt x="146207" y="68174"/>
                    <a:pt x="146207" y="43921"/>
                  </a:cubicBezTo>
                  <a:cubicBezTo>
                    <a:pt x="146207" y="32978"/>
                    <a:pt x="139503" y="22922"/>
                    <a:pt x="128461" y="15232"/>
                  </a:cubicBezTo>
                  <a:cubicBezTo>
                    <a:pt x="115053" y="5915"/>
                    <a:pt x="95237" y="0"/>
                    <a:pt x="7310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8"/>
            <p:cNvSpPr/>
            <p:nvPr/>
          </p:nvSpPr>
          <p:spPr>
            <a:xfrm>
              <a:off x="3427966" y="2810423"/>
              <a:ext cx="2459067" cy="1692670"/>
            </a:xfrm>
            <a:custGeom>
              <a:avLst/>
              <a:gdLst/>
              <a:ahLst/>
              <a:cxnLst/>
              <a:rect l="l" t="t" r="r" b="b"/>
              <a:pathLst>
                <a:path w="125110" h="86118" extrusionOk="0">
                  <a:moveTo>
                    <a:pt x="107363" y="0"/>
                  </a:moveTo>
                  <a:lnTo>
                    <a:pt x="107363" y="0"/>
                  </a:lnTo>
                  <a:cubicBezTo>
                    <a:pt x="110124" y="5225"/>
                    <a:pt x="111455" y="11042"/>
                    <a:pt x="111159" y="16957"/>
                  </a:cubicBezTo>
                  <a:cubicBezTo>
                    <a:pt x="110863" y="24450"/>
                    <a:pt x="108300" y="31746"/>
                    <a:pt x="104455" y="38203"/>
                  </a:cubicBezTo>
                  <a:cubicBezTo>
                    <a:pt x="95237" y="53928"/>
                    <a:pt x="78773" y="64723"/>
                    <a:pt x="61125" y="69308"/>
                  </a:cubicBezTo>
                  <a:cubicBezTo>
                    <a:pt x="53376" y="71294"/>
                    <a:pt x="45420" y="72183"/>
                    <a:pt x="37437" y="72183"/>
                  </a:cubicBezTo>
                  <a:cubicBezTo>
                    <a:pt x="27189" y="72183"/>
                    <a:pt x="16899" y="70717"/>
                    <a:pt x="6951" y="68223"/>
                  </a:cubicBezTo>
                  <a:cubicBezTo>
                    <a:pt x="4585" y="67681"/>
                    <a:pt x="2268" y="67040"/>
                    <a:pt x="0" y="66252"/>
                  </a:cubicBezTo>
                  <a:lnTo>
                    <a:pt x="0" y="66252"/>
                  </a:lnTo>
                  <a:cubicBezTo>
                    <a:pt x="13261" y="77688"/>
                    <a:pt x="31647" y="86117"/>
                    <a:pt x="52006" y="86117"/>
                  </a:cubicBezTo>
                  <a:cubicBezTo>
                    <a:pt x="92378" y="86117"/>
                    <a:pt x="125109" y="52942"/>
                    <a:pt x="125109" y="28689"/>
                  </a:cubicBezTo>
                  <a:cubicBezTo>
                    <a:pt x="125109" y="17746"/>
                    <a:pt x="118405" y="7690"/>
                    <a:pt x="107363" y="0"/>
                  </a:cubicBezTo>
                  <a:close/>
                </a:path>
              </a:pathLst>
            </a:custGeom>
            <a:solidFill>
              <a:srgbClr val="000000">
                <a:alpha val="130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18"/>
            <p:cNvSpPr/>
            <p:nvPr/>
          </p:nvSpPr>
          <p:spPr>
            <a:xfrm>
              <a:off x="3856197" y="3340385"/>
              <a:ext cx="468954" cy="467991"/>
            </a:xfrm>
            <a:custGeom>
              <a:avLst/>
              <a:gdLst/>
              <a:ahLst/>
              <a:cxnLst/>
              <a:rect l="l" t="t" r="r" b="b"/>
              <a:pathLst>
                <a:path w="23859" h="23810" extrusionOk="0">
                  <a:moveTo>
                    <a:pt x="11930" y="0"/>
                  </a:moveTo>
                  <a:cubicBezTo>
                    <a:pt x="5374" y="0"/>
                    <a:pt x="0" y="5324"/>
                    <a:pt x="0" y="11880"/>
                  </a:cubicBezTo>
                  <a:cubicBezTo>
                    <a:pt x="0" y="18485"/>
                    <a:pt x="5374" y="23809"/>
                    <a:pt x="11930" y="23809"/>
                  </a:cubicBezTo>
                  <a:cubicBezTo>
                    <a:pt x="18486" y="23809"/>
                    <a:pt x="23859" y="18485"/>
                    <a:pt x="23859" y="11880"/>
                  </a:cubicBezTo>
                  <a:cubicBezTo>
                    <a:pt x="23859" y="5324"/>
                    <a:pt x="18486" y="0"/>
                    <a:pt x="11930" y="0"/>
                  </a:cubicBezTo>
                  <a:close/>
                </a:path>
              </a:pathLst>
            </a:custGeom>
            <a:solidFill>
              <a:srgbClr val="21CA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18"/>
            <p:cNvSpPr/>
            <p:nvPr/>
          </p:nvSpPr>
          <p:spPr>
            <a:xfrm>
              <a:off x="3898827" y="3382033"/>
              <a:ext cx="383690" cy="384673"/>
            </a:xfrm>
            <a:custGeom>
              <a:avLst/>
              <a:gdLst/>
              <a:ahLst/>
              <a:cxnLst/>
              <a:rect l="l" t="t" r="r" b="b"/>
              <a:pathLst>
                <a:path w="19521" h="19571" extrusionOk="0">
                  <a:moveTo>
                    <a:pt x="9761" y="1"/>
                  </a:moveTo>
                  <a:cubicBezTo>
                    <a:pt x="4388" y="1"/>
                    <a:pt x="0" y="4388"/>
                    <a:pt x="0" y="9761"/>
                  </a:cubicBezTo>
                  <a:cubicBezTo>
                    <a:pt x="0" y="15183"/>
                    <a:pt x="4388" y="19571"/>
                    <a:pt x="9761" y="19571"/>
                  </a:cubicBezTo>
                  <a:cubicBezTo>
                    <a:pt x="15134" y="19571"/>
                    <a:pt x="19521" y="15183"/>
                    <a:pt x="19521" y="9761"/>
                  </a:cubicBezTo>
                  <a:cubicBezTo>
                    <a:pt x="19521" y="4388"/>
                    <a:pt x="15134" y="1"/>
                    <a:pt x="976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18"/>
            <p:cNvSpPr/>
            <p:nvPr/>
          </p:nvSpPr>
          <p:spPr>
            <a:xfrm>
              <a:off x="3938549" y="3421755"/>
              <a:ext cx="304243" cy="305226"/>
            </a:xfrm>
            <a:custGeom>
              <a:avLst/>
              <a:gdLst/>
              <a:ahLst/>
              <a:cxnLst/>
              <a:rect l="l" t="t" r="r" b="b"/>
              <a:pathLst>
                <a:path w="15479" h="15529" extrusionOk="0">
                  <a:moveTo>
                    <a:pt x="7740" y="1"/>
                  </a:moveTo>
                  <a:cubicBezTo>
                    <a:pt x="3451" y="1"/>
                    <a:pt x="0" y="3501"/>
                    <a:pt x="0" y="7740"/>
                  </a:cubicBezTo>
                  <a:cubicBezTo>
                    <a:pt x="0" y="12029"/>
                    <a:pt x="3451" y="15528"/>
                    <a:pt x="7740" y="15528"/>
                  </a:cubicBezTo>
                  <a:cubicBezTo>
                    <a:pt x="12028" y="15528"/>
                    <a:pt x="15479" y="12029"/>
                    <a:pt x="15479" y="7740"/>
                  </a:cubicBezTo>
                  <a:cubicBezTo>
                    <a:pt x="15479" y="3501"/>
                    <a:pt x="12028" y="1"/>
                    <a:pt x="7740" y="1"/>
                  </a:cubicBezTo>
                  <a:close/>
                </a:path>
              </a:pathLst>
            </a:custGeom>
            <a:solidFill>
              <a:srgbClr val="21CA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18"/>
            <p:cNvSpPr/>
            <p:nvPr/>
          </p:nvSpPr>
          <p:spPr>
            <a:xfrm>
              <a:off x="3965672" y="3448858"/>
              <a:ext cx="249995" cy="250762"/>
            </a:xfrm>
            <a:custGeom>
              <a:avLst/>
              <a:gdLst/>
              <a:ahLst/>
              <a:cxnLst/>
              <a:rect l="l" t="t" r="r" b="b"/>
              <a:pathLst>
                <a:path w="12719" h="12758" extrusionOk="0">
                  <a:moveTo>
                    <a:pt x="6298" y="0"/>
                  </a:moveTo>
                  <a:cubicBezTo>
                    <a:pt x="4186" y="0"/>
                    <a:pt x="2056" y="1025"/>
                    <a:pt x="789" y="3305"/>
                  </a:cubicBezTo>
                  <a:lnTo>
                    <a:pt x="691" y="3453"/>
                  </a:lnTo>
                  <a:cubicBezTo>
                    <a:pt x="247" y="4389"/>
                    <a:pt x="1" y="5375"/>
                    <a:pt x="1" y="6361"/>
                  </a:cubicBezTo>
                  <a:cubicBezTo>
                    <a:pt x="1" y="7347"/>
                    <a:pt x="198" y="8333"/>
                    <a:pt x="642" y="9220"/>
                  </a:cubicBezTo>
                  <a:cubicBezTo>
                    <a:pt x="1859" y="11656"/>
                    <a:pt x="4072" y="12757"/>
                    <a:pt x="6273" y="12757"/>
                  </a:cubicBezTo>
                  <a:cubicBezTo>
                    <a:pt x="9507" y="12757"/>
                    <a:pt x="12719" y="10379"/>
                    <a:pt x="12719" y="6361"/>
                  </a:cubicBezTo>
                  <a:cubicBezTo>
                    <a:pt x="12719" y="2397"/>
                    <a:pt x="9529" y="0"/>
                    <a:pt x="6298" y="0"/>
                  </a:cubicBezTo>
                  <a:close/>
                </a:path>
              </a:pathLst>
            </a:custGeom>
            <a:solidFill>
              <a:srgbClr val="007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18"/>
            <p:cNvSpPr/>
            <p:nvPr/>
          </p:nvSpPr>
          <p:spPr>
            <a:xfrm>
              <a:off x="3965672" y="3513797"/>
              <a:ext cx="125970" cy="116300"/>
            </a:xfrm>
            <a:custGeom>
              <a:avLst/>
              <a:gdLst/>
              <a:ahLst/>
              <a:cxnLst/>
              <a:rect l="l" t="t" r="r" b="b"/>
              <a:pathLst>
                <a:path w="6409" h="5917" extrusionOk="0">
                  <a:moveTo>
                    <a:pt x="839" y="1"/>
                  </a:moveTo>
                  <a:lnTo>
                    <a:pt x="740" y="149"/>
                  </a:lnTo>
                  <a:cubicBezTo>
                    <a:pt x="247" y="1085"/>
                    <a:pt x="1" y="2071"/>
                    <a:pt x="1" y="3057"/>
                  </a:cubicBezTo>
                  <a:cubicBezTo>
                    <a:pt x="1" y="4043"/>
                    <a:pt x="247" y="5029"/>
                    <a:pt x="691" y="5916"/>
                  </a:cubicBezTo>
                  <a:lnTo>
                    <a:pt x="6409" y="3057"/>
                  </a:lnTo>
                  <a:lnTo>
                    <a:pt x="839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18"/>
            <p:cNvSpPr/>
            <p:nvPr/>
          </p:nvSpPr>
          <p:spPr>
            <a:xfrm>
              <a:off x="4589622" y="3340385"/>
              <a:ext cx="468954" cy="467991"/>
            </a:xfrm>
            <a:custGeom>
              <a:avLst/>
              <a:gdLst/>
              <a:ahLst/>
              <a:cxnLst/>
              <a:rect l="l" t="t" r="r" b="b"/>
              <a:pathLst>
                <a:path w="23859" h="23810" extrusionOk="0">
                  <a:moveTo>
                    <a:pt x="11929" y="0"/>
                  </a:moveTo>
                  <a:cubicBezTo>
                    <a:pt x="5373" y="0"/>
                    <a:pt x="0" y="5324"/>
                    <a:pt x="0" y="11880"/>
                  </a:cubicBezTo>
                  <a:cubicBezTo>
                    <a:pt x="0" y="18485"/>
                    <a:pt x="5373" y="23809"/>
                    <a:pt x="11929" y="23809"/>
                  </a:cubicBezTo>
                  <a:cubicBezTo>
                    <a:pt x="18485" y="23809"/>
                    <a:pt x="23859" y="18485"/>
                    <a:pt x="23859" y="11880"/>
                  </a:cubicBezTo>
                  <a:cubicBezTo>
                    <a:pt x="23859" y="5324"/>
                    <a:pt x="18485" y="0"/>
                    <a:pt x="11929" y="0"/>
                  </a:cubicBezTo>
                  <a:close/>
                </a:path>
              </a:pathLst>
            </a:custGeom>
            <a:solidFill>
              <a:srgbClr val="21CA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18"/>
            <p:cNvSpPr/>
            <p:nvPr/>
          </p:nvSpPr>
          <p:spPr>
            <a:xfrm>
              <a:off x="4632252" y="3382033"/>
              <a:ext cx="383690" cy="384673"/>
            </a:xfrm>
            <a:custGeom>
              <a:avLst/>
              <a:gdLst/>
              <a:ahLst/>
              <a:cxnLst/>
              <a:rect l="l" t="t" r="r" b="b"/>
              <a:pathLst>
                <a:path w="19521" h="19571" extrusionOk="0">
                  <a:moveTo>
                    <a:pt x="9760" y="1"/>
                  </a:moveTo>
                  <a:cubicBezTo>
                    <a:pt x="4387" y="1"/>
                    <a:pt x="0" y="4388"/>
                    <a:pt x="0" y="9761"/>
                  </a:cubicBezTo>
                  <a:cubicBezTo>
                    <a:pt x="0" y="15183"/>
                    <a:pt x="4387" y="19571"/>
                    <a:pt x="9760" y="19571"/>
                  </a:cubicBezTo>
                  <a:cubicBezTo>
                    <a:pt x="15133" y="19571"/>
                    <a:pt x="19521" y="15183"/>
                    <a:pt x="19521" y="9761"/>
                  </a:cubicBezTo>
                  <a:cubicBezTo>
                    <a:pt x="19521" y="4388"/>
                    <a:pt x="15133" y="1"/>
                    <a:pt x="976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8"/>
            <p:cNvSpPr/>
            <p:nvPr/>
          </p:nvSpPr>
          <p:spPr>
            <a:xfrm>
              <a:off x="4671974" y="3421755"/>
              <a:ext cx="304243" cy="305226"/>
            </a:xfrm>
            <a:custGeom>
              <a:avLst/>
              <a:gdLst/>
              <a:ahLst/>
              <a:cxnLst/>
              <a:rect l="l" t="t" r="r" b="b"/>
              <a:pathLst>
                <a:path w="15479" h="15529" extrusionOk="0">
                  <a:moveTo>
                    <a:pt x="7739" y="1"/>
                  </a:moveTo>
                  <a:cubicBezTo>
                    <a:pt x="3451" y="1"/>
                    <a:pt x="0" y="3501"/>
                    <a:pt x="0" y="7740"/>
                  </a:cubicBezTo>
                  <a:cubicBezTo>
                    <a:pt x="0" y="12029"/>
                    <a:pt x="3451" y="15528"/>
                    <a:pt x="7739" y="15528"/>
                  </a:cubicBezTo>
                  <a:cubicBezTo>
                    <a:pt x="12028" y="15528"/>
                    <a:pt x="15479" y="12029"/>
                    <a:pt x="15479" y="7740"/>
                  </a:cubicBezTo>
                  <a:cubicBezTo>
                    <a:pt x="15479" y="3501"/>
                    <a:pt x="12028" y="1"/>
                    <a:pt x="7739" y="1"/>
                  </a:cubicBezTo>
                  <a:close/>
                </a:path>
              </a:pathLst>
            </a:custGeom>
            <a:solidFill>
              <a:srgbClr val="21CA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18"/>
            <p:cNvSpPr/>
            <p:nvPr/>
          </p:nvSpPr>
          <p:spPr>
            <a:xfrm>
              <a:off x="4694243" y="3448858"/>
              <a:ext cx="254850" cy="250762"/>
            </a:xfrm>
            <a:custGeom>
              <a:avLst/>
              <a:gdLst/>
              <a:ahLst/>
              <a:cxnLst/>
              <a:rect l="l" t="t" r="r" b="b"/>
              <a:pathLst>
                <a:path w="12966" h="12758" extrusionOk="0">
                  <a:moveTo>
                    <a:pt x="6545" y="0"/>
                  </a:moveTo>
                  <a:cubicBezTo>
                    <a:pt x="4432" y="0"/>
                    <a:pt x="2303" y="1025"/>
                    <a:pt x="1036" y="3305"/>
                  </a:cubicBezTo>
                  <a:lnTo>
                    <a:pt x="938" y="3453"/>
                  </a:lnTo>
                  <a:cubicBezTo>
                    <a:pt x="1" y="5277"/>
                    <a:pt x="1" y="7396"/>
                    <a:pt x="888" y="9220"/>
                  </a:cubicBezTo>
                  <a:cubicBezTo>
                    <a:pt x="2106" y="11656"/>
                    <a:pt x="4318" y="12757"/>
                    <a:pt x="6520" y="12757"/>
                  </a:cubicBezTo>
                  <a:cubicBezTo>
                    <a:pt x="9754" y="12757"/>
                    <a:pt x="12965" y="10379"/>
                    <a:pt x="12965" y="6361"/>
                  </a:cubicBezTo>
                  <a:cubicBezTo>
                    <a:pt x="12965" y="2397"/>
                    <a:pt x="9775" y="0"/>
                    <a:pt x="6545" y="0"/>
                  </a:cubicBezTo>
                  <a:close/>
                </a:path>
              </a:pathLst>
            </a:custGeom>
            <a:solidFill>
              <a:srgbClr val="007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18"/>
            <p:cNvSpPr/>
            <p:nvPr/>
          </p:nvSpPr>
          <p:spPr>
            <a:xfrm>
              <a:off x="4694243" y="3513797"/>
              <a:ext cx="129862" cy="116300"/>
            </a:xfrm>
            <a:custGeom>
              <a:avLst/>
              <a:gdLst/>
              <a:ahLst/>
              <a:cxnLst/>
              <a:rect l="l" t="t" r="r" b="b"/>
              <a:pathLst>
                <a:path w="6607" h="5917" extrusionOk="0">
                  <a:moveTo>
                    <a:pt x="1036" y="1"/>
                  </a:moveTo>
                  <a:lnTo>
                    <a:pt x="938" y="149"/>
                  </a:lnTo>
                  <a:cubicBezTo>
                    <a:pt x="1" y="1973"/>
                    <a:pt x="1" y="4092"/>
                    <a:pt x="888" y="5916"/>
                  </a:cubicBezTo>
                  <a:lnTo>
                    <a:pt x="6606" y="3057"/>
                  </a:lnTo>
                  <a:lnTo>
                    <a:pt x="1036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18"/>
            <p:cNvSpPr/>
            <p:nvPr/>
          </p:nvSpPr>
          <p:spPr>
            <a:xfrm>
              <a:off x="3435710" y="2893561"/>
              <a:ext cx="479627" cy="445801"/>
            </a:xfrm>
            <a:custGeom>
              <a:avLst/>
              <a:gdLst/>
              <a:ahLst/>
              <a:cxnLst/>
              <a:rect l="l" t="t" r="r" b="b"/>
              <a:pathLst>
                <a:path w="24402" h="22681" extrusionOk="0">
                  <a:moveTo>
                    <a:pt x="12161" y="0"/>
                  </a:moveTo>
                  <a:cubicBezTo>
                    <a:pt x="6699" y="0"/>
                    <a:pt x="1921" y="3947"/>
                    <a:pt x="1036" y="9523"/>
                  </a:cubicBezTo>
                  <a:cubicBezTo>
                    <a:pt x="1" y="15685"/>
                    <a:pt x="4191" y="21502"/>
                    <a:pt x="10402" y="22537"/>
                  </a:cubicBezTo>
                  <a:cubicBezTo>
                    <a:pt x="11007" y="22634"/>
                    <a:pt x="11609" y="22681"/>
                    <a:pt x="12203" y="22681"/>
                  </a:cubicBezTo>
                  <a:cubicBezTo>
                    <a:pt x="17660" y="22681"/>
                    <a:pt x="22482" y="18728"/>
                    <a:pt x="23416" y="13171"/>
                  </a:cubicBezTo>
                  <a:cubicBezTo>
                    <a:pt x="24401" y="6960"/>
                    <a:pt x="20211" y="1143"/>
                    <a:pt x="14050" y="157"/>
                  </a:cubicBezTo>
                  <a:cubicBezTo>
                    <a:pt x="13414" y="51"/>
                    <a:pt x="12783" y="0"/>
                    <a:pt x="1216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18"/>
            <p:cNvSpPr/>
            <p:nvPr/>
          </p:nvSpPr>
          <p:spPr>
            <a:xfrm>
              <a:off x="3485040" y="2944997"/>
              <a:ext cx="370123" cy="343098"/>
            </a:xfrm>
            <a:custGeom>
              <a:avLst/>
              <a:gdLst/>
              <a:ahLst/>
              <a:cxnLst/>
              <a:rect l="l" t="t" r="r" b="b"/>
              <a:pathLst>
                <a:path w="18831" h="17456" extrusionOk="0">
                  <a:moveTo>
                    <a:pt x="6466" y="1"/>
                  </a:moveTo>
                  <a:cubicBezTo>
                    <a:pt x="5971" y="1"/>
                    <a:pt x="5617" y="381"/>
                    <a:pt x="5571" y="892"/>
                  </a:cubicBezTo>
                  <a:lnTo>
                    <a:pt x="5571" y="4294"/>
                  </a:lnTo>
                  <a:cubicBezTo>
                    <a:pt x="5571" y="4787"/>
                    <a:pt x="5127" y="5181"/>
                    <a:pt x="4634" y="5181"/>
                  </a:cubicBezTo>
                  <a:lnTo>
                    <a:pt x="986" y="5181"/>
                  </a:lnTo>
                  <a:cubicBezTo>
                    <a:pt x="444" y="5181"/>
                    <a:pt x="1" y="5575"/>
                    <a:pt x="1" y="6068"/>
                  </a:cubicBezTo>
                  <a:lnTo>
                    <a:pt x="1" y="11392"/>
                  </a:lnTo>
                  <a:cubicBezTo>
                    <a:pt x="1" y="11885"/>
                    <a:pt x="444" y="12279"/>
                    <a:pt x="986" y="12279"/>
                  </a:cubicBezTo>
                  <a:lnTo>
                    <a:pt x="4684" y="12279"/>
                  </a:lnTo>
                  <a:cubicBezTo>
                    <a:pt x="5176" y="12279"/>
                    <a:pt x="5571" y="12674"/>
                    <a:pt x="5620" y="13167"/>
                  </a:cubicBezTo>
                  <a:lnTo>
                    <a:pt x="5620" y="16568"/>
                  </a:lnTo>
                  <a:cubicBezTo>
                    <a:pt x="5620" y="17061"/>
                    <a:pt x="6064" y="17455"/>
                    <a:pt x="6557" y="17455"/>
                  </a:cubicBezTo>
                  <a:lnTo>
                    <a:pt x="12275" y="17455"/>
                  </a:lnTo>
                  <a:cubicBezTo>
                    <a:pt x="12768" y="17455"/>
                    <a:pt x="13211" y="17061"/>
                    <a:pt x="13261" y="16568"/>
                  </a:cubicBezTo>
                  <a:lnTo>
                    <a:pt x="13261" y="13167"/>
                  </a:lnTo>
                  <a:cubicBezTo>
                    <a:pt x="13261" y="12674"/>
                    <a:pt x="13704" y="12279"/>
                    <a:pt x="14197" y="12279"/>
                  </a:cubicBezTo>
                  <a:lnTo>
                    <a:pt x="17845" y="12279"/>
                  </a:lnTo>
                  <a:cubicBezTo>
                    <a:pt x="18338" y="12279"/>
                    <a:pt x="18782" y="11885"/>
                    <a:pt x="18831" y="11392"/>
                  </a:cubicBezTo>
                  <a:lnTo>
                    <a:pt x="18831" y="6068"/>
                  </a:lnTo>
                  <a:cubicBezTo>
                    <a:pt x="18784" y="5557"/>
                    <a:pt x="18387" y="5177"/>
                    <a:pt x="17928" y="5177"/>
                  </a:cubicBezTo>
                  <a:cubicBezTo>
                    <a:pt x="17901" y="5177"/>
                    <a:pt x="17873" y="5178"/>
                    <a:pt x="17845" y="5181"/>
                  </a:cubicBezTo>
                  <a:lnTo>
                    <a:pt x="14148" y="5181"/>
                  </a:lnTo>
                  <a:cubicBezTo>
                    <a:pt x="13655" y="5181"/>
                    <a:pt x="13211" y="4787"/>
                    <a:pt x="13211" y="4294"/>
                  </a:cubicBezTo>
                  <a:lnTo>
                    <a:pt x="13211" y="892"/>
                  </a:lnTo>
                  <a:cubicBezTo>
                    <a:pt x="13211" y="381"/>
                    <a:pt x="12817" y="1"/>
                    <a:pt x="12358" y="1"/>
                  </a:cubicBezTo>
                  <a:cubicBezTo>
                    <a:pt x="12331" y="1"/>
                    <a:pt x="12303" y="2"/>
                    <a:pt x="12275" y="5"/>
                  </a:cubicBezTo>
                  <a:lnTo>
                    <a:pt x="6557" y="5"/>
                  </a:lnTo>
                  <a:cubicBezTo>
                    <a:pt x="6526" y="2"/>
                    <a:pt x="6496" y="1"/>
                    <a:pt x="6466" y="1"/>
                  </a:cubicBezTo>
                  <a:close/>
                </a:path>
              </a:pathLst>
            </a:custGeom>
            <a:solidFill>
              <a:srgbClr val="000000">
                <a:alpha val="130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18"/>
            <p:cNvSpPr/>
            <p:nvPr/>
          </p:nvSpPr>
          <p:spPr>
            <a:xfrm>
              <a:off x="3490939" y="2945076"/>
              <a:ext cx="343986" cy="343023"/>
            </a:xfrm>
            <a:custGeom>
              <a:avLst/>
              <a:gdLst/>
              <a:ahLst/>
              <a:cxnLst/>
              <a:rect l="l" t="t" r="r" b="b"/>
              <a:pathLst>
                <a:path w="17501" h="17452" extrusionOk="0">
                  <a:moveTo>
                    <a:pt x="6113" y="1"/>
                  </a:moveTo>
                  <a:cubicBezTo>
                    <a:pt x="5620" y="1"/>
                    <a:pt x="5226" y="395"/>
                    <a:pt x="5226" y="888"/>
                  </a:cubicBezTo>
                  <a:lnTo>
                    <a:pt x="5226" y="4290"/>
                  </a:lnTo>
                  <a:cubicBezTo>
                    <a:pt x="5226" y="4783"/>
                    <a:pt x="4831" y="5177"/>
                    <a:pt x="4338" y="5177"/>
                  </a:cubicBezTo>
                  <a:lnTo>
                    <a:pt x="937" y="5177"/>
                  </a:lnTo>
                  <a:cubicBezTo>
                    <a:pt x="395" y="5177"/>
                    <a:pt x="1" y="5571"/>
                    <a:pt x="1" y="6064"/>
                  </a:cubicBezTo>
                  <a:lnTo>
                    <a:pt x="1" y="11388"/>
                  </a:lnTo>
                  <a:cubicBezTo>
                    <a:pt x="1" y="11881"/>
                    <a:pt x="444" y="12275"/>
                    <a:pt x="937" y="12275"/>
                  </a:cubicBezTo>
                  <a:lnTo>
                    <a:pt x="4338" y="12275"/>
                  </a:lnTo>
                  <a:cubicBezTo>
                    <a:pt x="4831" y="12275"/>
                    <a:pt x="5226" y="12670"/>
                    <a:pt x="5226" y="13163"/>
                  </a:cubicBezTo>
                  <a:lnTo>
                    <a:pt x="5226" y="16564"/>
                  </a:lnTo>
                  <a:cubicBezTo>
                    <a:pt x="5226" y="17057"/>
                    <a:pt x="5620" y="17451"/>
                    <a:pt x="6113" y="17451"/>
                  </a:cubicBezTo>
                  <a:lnTo>
                    <a:pt x="11437" y="17451"/>
                  </a:lnTo>
                  <a:cubicBezTo>
                    <a:pt x="11930" y="17451"/>
                    <a:pt x="12324" y="17057"/>
                    <a:pt x="12324" y="16564"/>
                  </a:cubicBezTo>
                  <a:lnTo>
                    <a:pt x="12324" y="13163"/>
                  </a:lnTo>
                  <a:cubicBezTo>
                    <a:pt x="12324" y="12670"/>
                    <a:pt x="12718" y="12275"/>
                    <a:pt x="13211" y="12275"/>
                  </a:cubicBezTo>
                  <a:lnTo>
                    <a:pt x="16613" y="12275"/>
                  </a:lnTo>
                  <a:cubicBezTo>
                    <a:pt x="17106" y="12275"/>
                    <a:pt x="17500" y="11881"/>
                    <a:pt x="17500" y="11388"/>
                  </a:cubicBezTo>
                  <a:lnTo>
                    <a:pt x="17500" y="6064"/>
                  </a:lnTo>
                  <a:cubicBezTo>
                    <a:pt x="17500" y="5571"/>
                    <a:pt x="17106" y="5177"/>
                    <a:pt x="16613" y="5177"/>
                  </a:cubicBezTo>
                  <a:lnTo>
                    <a:pt x="13211" y="5177"/>
                  </a:lnTo>
                  <a:cubicBezTo>
                    <a:pt x="12718" y="5177"/>
                    <a:pt x="12324" y="4783"/>
                    <a:pt x="12324" y="4290"/>
                  </a:cubicBezTo>
                  <a:lnTo>
                    <a:pt x="12324" y="888"/>
                  </a:lnTo>
                  <a:cubicBezTo>
                    <a:pt x="12324" y="395"/>
                    <a:pt x="11930" y="1"/>
                    <a:pt x="11437" y="1"/>
                  </a:cubicBezTo>
                  <a:close/>
                </a:path>
              </a:pathLst>
            </a:custGeom>
            <a:solidFill>
              <a:srgbClr val="21CA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8"/>
            <p:cNvSpPr/>
            <p:nvPr/>
          </p:nvSpPr>
          <p:spPr>
            <a:xfrm>
              <a:off x="4870582" y="3029354"/>
              <a:ext cx="188160" cy="157753"/>
            </a:xfrm>
            <a:custGeom>
              <a:avLst/>
              <a:gdLst/>
              <a:ahLst/>
              <a:cxnLst/>
              <a:rect l="l" t="t" r="r" b="b"/>
              <a:pathLst>
                <a:path w="9573" h="8026" extrusionOk="0">
                  <a:moveTo>
                    <a:pt x="5467" y="1"/>
                  </a:moveTo>
                  <a:cubicBezTo>
                    <a:pt x="5436" y="1"/>
                    <a:pt x="5405" y="1"/>
                    <a:pt x="5374" y="2"/>
                  </a:cubicBezTo>
                  <a:cubicBezTo>
                    <a:pt x="1726" y="2"/>
                    <a:pt x="0" y="4487"/>
                    <a:pt x="2662" y="6952"/>
                  </a:cubicBezTo>
                  <a:cubicBezTo>
                    <a:pt x="3465" y="7695"/>
                    <a:pt x="4419" y="8026"/>
                    <a:pt x="5353" y="8026"/>
                  </a:cubicBezTo>
                  <a:cubicBezTo>
                    <a:pt x="7518" y="8026"/>
                    <a:pt x="9573" y="6247"/>
                    <a:pt x="9366" y="3699"/>
                  </a:cubicBezTo>
                  <a:cubicBezTo>
                    <a:pt x="9269" y="1610"/>
                    <a:pt x="7545" y="1"/>
                    <a:pt x="5467" y="1"/>
                  </a:cubicBezTo>
                  <a:close/>
                </a:path>
              </a:pathLst>
            </a:custGeom>
            <a:solidFill>
              <a:srgbClr val="000000">
                <a:alpha val="130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18"/>
            <p:cNvSpPr/>
            <p:nvPr/>
          </p:nvSpPr>
          <p:spPr>
            <a:xfrm>
              <a:off x="4872528" y="3029373"/>
              <a:ext cx="169566" cy="145842"/>
            </a:xfrm>
            <a:custGeom>
              <a:avLst/>
              <a:gdLst/>
              <a:ahLst/>
              <a:cxnLst/>
              <a:rect l="l" t="t" r="r" b="b"/>
              <a:pathLst>
                <a:path w="8627" h="7420" extrusionOk="0">
                  <a:moveTo>
                    <a:pt x="4929" y="1"/>
                  </a:moveTo>
                  <a:cubicBezTo>
                    <a:pt x="1627" y="1"/>
                    <a:pt x="0" y="3993"/>
                    <a:pt x="2317" y="6310"/>
                  </a:cubicBezTo>
                  <a:cubicBezTo>
                    <a:pt x="3068" y="7077"/>
                    <a:pt x="3994" y="7419"/>
                    <a:pt x="4904" y="7419"/>
                  </a:cubicBezTo>
                  <a:cubicBezTo>
                    <a:pt x="6802" y="7419"/>
                    <a:pt x="8627" y="5930"/>
                    <a:pt x="8627" y="3698"/>
                  </a:cubicBezTo>
                  <a:cubicBezTo>
                    <a:pt x="8627" y="1677"/>
                    <a:pt x="7000" y="1"/>
                    <a:pt x="4929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18"/>
            <p:cNvSpPr/>
            <p:nvPr/>
          </p:nvSpPr>
          <p:spPr>
            <a:xfrm>
              <a:off x="5222279" y="3029354"/>
              <a:ext cx="188454" cy="157753"/>
            </a:xfrm>
            <a:custGeom>
              <a:avLst/>
              <a:gdLst/>
              <a:ahLst/>
              <a:cxnLst/>
              <a:rect l="l" t="t" r="r" b="b"/>
              <a:pathLst>
                <a:path w="9588" h="8026" extrusionOk="0">
                  <a:moveTo>
                    <a:pt x="5516" y="1"/>
                  </a:moveTo>
                  <a:cubicBezTo>
                    <a:pt x="5485" y="1"/>
                    <a:pt x="5454" y="1"/>
                    <a:pt x="5423" y="2"/>
                  </a:cubicBezTo>
                  <a:cubicBezTo>
                    <a:pt x="1775" y="2"/>
                    <a:pt x="0" y="4487"/>
                    <a:pt x="2662" y="6952"/>
                  </a:cubicBezTo>
                  <a:cubicBezTo>
                    <a:pt x="3479" y="7695"/>
                    <a:pt x="4439" y="8026"/>
                    <a:pt x="5376" y="8026"/>
                  </a:cubicBezTo>
                  <a:cubicBezTo>
                    <a:pt x="7546" y="8026"/>
                    <a:pt x="9588" y="6247"/>
                    <a:pt x="9415" y="3699"/>
                  </a:cubicBezTo>
                  <a:cubicBezTo>
                    <a:pt x="9318" y="1610"/>
                    <a:pt x="7594" y="1"/>
                    <a:pt x="5516" y="1"/>
                  </a:cubicBezTo>
                  <a:close/>
                </a:path>
              </a:pathLst>
            </a:custGeom>
            <a:solidFill>
              <a:srgbClr val="000000">
                <a:alpha val="130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18"/>
            <p:cNvSpPr/>
            <p:nvPr/>
          </p:nvSpPr>
          <p:spPr>
            <a:xfrm>
              <a:off x="5224205" y="3029373"/>
              <a:ext cx="170549" cy="145842"/>
            </a:xfrm>
            <a:custGeom>
              <a:avLst/>
              <a:gdLst/>
              <a:ahLst/>
              <a:cxnLst/>
              <a:rect l="l" t="t" r="r" b="b"/>
              <a:pathLst>
                <a:path w="8677" h="7420" extrusionOk="0">
                  <a:moveTo>
                    <a:pt x="4980" y="1"/>
                  </a:moveTo>
                  <a:cubicBezTo>
                    <a:pt x="1677" y="1"/>
                    <a:pt x="1" y="3993"/>
                    <a:pt x="2367" y="6310"/>
                  </a:cubicBezTo>
                  <a:cubicBezTo>
                    <a:pt x="3118" y="7077"/>
                    <a:pt x="4045" y="7419"/>
                    <a:pt x="4954" y="7419"/>
                  </a:cubicBezTo>
                  <a:cubicBezTo>
                    <a:pt x="6852" y="7419"/>
                    <a:pt x="8677" y="5930"/>
                    <a:pt x="8677" y="3698"/>
                  </a:cubicBezTo>
                  <a:cubicBezTo>
                    <a:pt x="8677" y="1677"/>
                    <a:pt x="7001" y="1"/>
                    <a:pt x="498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18"/>
            <p:cNvSpPr/>
            <p:nvPr/>
          </p:nvSpPr>
          <p:spPr>
            <a:xfrm>
              <a:off x="5052032" y="2861682"/>
              <a:ext cx="187216" cy="156868"/>
            </a:xfrm>
            <a:custGeom>
              <a:avLst/>
              <a:gdLst/>
              <a:ahLst/>
              <a:cxnLst/>
              <a:rect l="l" t="t" r="r" b="b"/>
              <a:pathLst>
                <a:path w="9525" h="7981" extrusionOk="0">
                  <a:moveTo>
                    <a:pt x="5542" y="0"/>
                  </a:moveTo>
                  <a:cubicBezTo>
                    <a:pt x="5482" y="0"/>
                    <a:pt x="5421" y="2"/>
                    <a:pt x="5360" y="5"/>
                  </a:cubicBezTo>
                  <a:cubicBezTo>
                    <a:pt x="5340" y="4"/>
                    <a:pt x="5320" y="4"/>
                    <a:pt x="5300" y="4"/>
                  </a:cubicBezTo>
                  <a:cubicBezTo>
                    <a:pt x="1693" y="4"/>
                    <a:pt x="1" y="4455"/>
                    <a:pt x="2648" y="6906"/>
                  </a:cubicBezTo>
                  <a:cubicBezTo>
                    <a:pt x="3452" y="7650"/>
                    <a:pt x="4404" y="7981"/>
                    <a:pt x="5335" y="7981"/>
                  </a:cubicBezTo>
                  <a:cubicBezTo>
                    <a:pt x="7487" y="7981"/>
                    <a:pt x="9524" y="6214"/>
                    <a:pt x="9352" y="3702"/>
                  </a:cubicBezTo>
                  <a:cubicBezTo>
                    <a:pt x="9257" y="1595"/>
                    <a:pt x="7580" y="0"/>
                    <a:pt x="5542" y="0"/>
                  </a:cubicBezTo>
                  <a:close/>
                </a:path>
              </a:pathLst>
            </a:custGeom>
            <a:solidFill>
              <a:srgbClr val="000000">
                <a:alpha val="130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18"/>
            <p:cNvSpPr/>
            <p:nvPr/>
          </p:nvSpPr>
          <p:spPr>
            <a:xfrm>
              <a:off x="5053703" y="2861760"/>
              <a:ext cx="169566" cy="145213"/>
            </a:xfrm>
            <a:custGeom>
              <a:avLst/>
              <a:gdLst/>
              <a:ahLst/>
              <a:cxnLst/>
              <a:rect l="l" t="t" r="r" b="b"/>
              <a:pathLst>
                <a:path w="8627" h="7388" extrusionOk="0">
                  <a:moveTo>
                    <a:pt x="4929" y="1"/>
                  </a:moveTo>
                  <a:cubicBezTo>
                    <a:pt x="1627" y="1"/>
                    <a:pt x="0" y="3944"/>
                    <a:pt x="2317" y="6310"/>
                  </a:cubicBezTo>
                  <a:cubicBezTo>
                    <a:pt x="3061" y="7055"/>
                    <a:pt x="3979" y="7387"/>
                    <a:pt x="4882" y="7387"/>
                  </a:cubicBezTo>
                  <a:cubicBezTo>
                    <a:pt x="6788" y="7387"/>
                    <a:pt x="8627" y="5906"/>
                    <a:pt x="8627" y="3698"/>
                  </a:cubicBezTo>
                  <a:cubicBezTo>
                    <a:pt x="8627" y="1627"/>
                    <a:pt x="6951" y="1"/>
                    <a:pt x="492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18"/>
            <p:cNvSpPr/>
            <p:nvPr/>
          </p:nvSpPr>
          <p:spPr>
            <a:xfrm>
              <a:off x="5078880" y="3196987"/>
              <a:ext cx="156986" cy="144387"/>
            </a:xfrm>
            <a:custGeom>
              <a:avLst/>
              <a:gdLst/>
              <a:ahLst/>
              <a:cxnLst/>
              <a:rect l="l" t="t" r="r" b="b"/>
              <a:pathLst>
                <a:path w="7987" h="7346" extrusionOk="0">
                  <a:moveTo>
                    <a:pt x="3994" y="1"/>
                  </a:moveTo>
                  <a:cubicBezTo>
                    <a:pt x="1775" y="1"/>
                    <a:pt x="1" y="1627"/>
                    <a:pt x="1" y="3648"/>
                  </a:cubicBezTo>
                  <a:cubicBezTo>
                    <a:pt x="1" y="5669"/>
                    <a:pt x="1775" y="7345"/>
                    <a:pt x="3994" y="7345"/>
                  </a:cubicBezTo>
                  <a:cubicBezTo>
                    <a:pt x="6212" y="7345"/>
                    <a:pt x="7986" y="5669"/>
                    <a:pt x="7986" y="3648"/>
                  </a:cubicBezTo>
                  <a:cubicBezTo>
                    <a:pt x="7986" y="1627"/>
                    <a:pt x="6212" y="1"/>
                    <a:pt x="3994" y="1"/>
                  </a:cubicBezTo>
                  <a:close/>
                </a:path>
              </a:pathLst>
            </a:custGeom>
            <a:solidFill>
              <a:srgbClr val="000000">
                <a:alpha val="130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18"/>
            <p:cNvSpPr/>
            <p:nvPr/>
          </p:nvSpPr>
          <p:spPr>
            <a:xfrm>
              <a:off x="5053703" y="3196024"/>
              <a:ext cx="169566" cy="145409"/>
            </a:xfrm>
            <a:custGeom>
              <a:avLst/>
              <a:gdLst/>
              <a:ahLst/>
              <a:cxnLst/>
              <a:rect l="l" t="t" r="r" b="b"/>
              <a:pathLst>
                <a:path w="8627" h="7398" extrusionOk="0">
                  <a:moveTo>
                    <a:pt x="4929" y="0"/>
                  </a:moveTo>
                  <a:cubicBezTo>
                    <a:pt x="1627" y="0"/>
                    <a:pt x="0" y="3993"/>
                    <a:pt x="2317" y="6310"/>
                  </a:cubicBezTo>
                  <a:cubicBezTo>
                    <a:pt x="3067" y="7060"/>
                    <a:pt x="3994" y="7397"/>
                    <a:pt x="4903" y="7397"/>
                  </a:cubicBezTo>
                  <a:cubicBezTo>
                    <a:pt x="6801" y="7397"/>
                    <a:pt x="8627" y="5930"/>
                    <a:pt x="8627" y="3697"/>
                  </a:cubicBezTo>
                  <a:cubicBezTo>
                    <a:pt x="8627" y="1676"/>
                    <a:pt x="6951" y="0"/>
                    <a:pt x="49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18"/>
            <p:cNvSpPr/>
            <p:nvPr/>
          </p:nvSpPr>
          <p:spPr>
            <a:xfrm>
              <a:off x="4206911" y="3058442"/>
              <a:ext cx="125990" cy="116280"/>
            </a:xfrm>
            <a:custGeom>
              <a:avLst/>
              <a:gdLst/>
              <a:ahLst/>
              <a:cxnLst/>
              <a:rect l="l" t="t" r="r" b="b"/>
              <a:pathLst>
                <a:path w="6410" h="5916" extrusionOk="0">
                  <a:moveTo>
                    <a:pt x="3205" y="0"/>
                  </a:moveTo>
                  <a:cubicBezTo>
                    <a:pt x="1431" y="0"/>
                    <a:pt x="1" y="1331"/>
                    <a:pt x="1" y="2958"/>
                  </a:cubicBezTo>
                  <a:cubicBezTo>
                    <a:pt x="1" y="4585"/>
                    <a:pt x="1431" y="5916"/>
                    <a:pt x="3205" y="5916"/>
                  </a:cubicBezTo>
                  <a:cubicBezTo>
                    <a:pt x="4930" y="5916"/>
                    <a:pt x="6409" y="4585"/>
                    <a:pt x="6409" y="2958"/>
                  </a:cubicBezTo>
                  <a:cubicBezTo>
                    <a:pt x="6409" y="1331"/>
                    <a:pt x="4930" y="0"/>
                    <a:pt x="3205" y="0"/>
                  </a:cubicBezTo>
                  <a:close/>
                </a:path>
              </a:pathLst>
            </a:custGeom>
            <a:solidFill>
              <a:srgbClr val="000000">
                <a:alpha val="130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18"/>
            <p:cNvSpPr/>
            <p:nvPr/>
          </p:nvSpPr>
          <p:spPr>
            <a:xfrm>
              <a:off x="4205948" y="3058442"/>
              <a:ext cx="116280" cy="116280"/>
            </a:xfrm>
            <a:custGeom>
              <a:avLst/>
              <a:gdLst/>
              <a:ahLst/>
              <a:cxnLst/>
              <a:rect l="l" t="t" r="r" b="b"/>
              <a:pathLst>
                <a:path w="5916" h="5916" extrusionOk="0">
                  <a:moveTo>
                    <a:pt x="2958" y="0"/>
                  </a:moveTo>
                  <a:cubicBezTo>
                    <a:pt x="1332" y="0"/>
                    <a:pt x="1" y="1331"/>
                    <a:pt x="1" y="2958"/>
                  </a:cubicBezTo>
                  <a:cubicBezTo>
                    <a:pt x="1" y="4585"/>
                    <a:pt x="1332" y="5916"/>
                    <a:pt x="2958" y="5916"/>
                  </a:cubicBezTo>
                  <a:cubicBezTo>
                    <a:pt x="4585" y="5916"/>
                    <a:pt x="5916" y="4585"/>
                    <a:pt x="5916" y="2958"/>
                  </a:cubicBezTo>
                  <a:cubicBezTo>
                    <a:pt x="5916" y="1331"/>
                    <a:pt x="4585" y="0"/>
                    <a:pt x="2958" y="0"/>
                  </a:cubicBezTo>
                  <a:close/>
                </a:path>
              </a:pathLst>
            </a:custGeom>
            <a:solidFill>
              <a:srgbClr val="21CA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18"/>
            <p:cNvSpPr/>
            <p:nvPr/>
          </p:nvSpPr>
          <p:spPr>
            <a:xfrm>
              <a:off x="4387122" y="3058423"/>
              <a:ext cx="151660" cy="126757"/>
            </a:xfrm>
            <a:custGeom>
              <a:avLst/>
              <a:gdLst/>
              <a:ahLst/>
              <a:cxnLst/>
              <a:rect l="l" t="t" r="r" b="b"/>
              <a:pathLst>
                <a:path w="7716" h="6449" extrusionOk="0">
                  <a:moveTo>
                    <a:pt x="4432" y="0"/>
                  </a:moveTo>
                  <a:cubicBezTo>
                    <a:pt x="4401" y="0"/>
                    <a:pt x="4370" y="1"/>
                    <a:pt x="4339" y="1"/>
                  </a:cubicBezTo>
                  <a:cubicBezTo>
                    <a:pt x="1430" y="1"/>
                    <a:pt x="1" y="3600"/>
                    <a:pt x="2170" y="5572"/>
                  </a:cubicBezTo>
                  <a:cubicBezTo>
                    <a:pt x="2807" y="6179"/>
                    <a:pt x="3569" y="6448"/>
                    <a:pt x="4316" y="6448"/>
                  </a:cubicBezTo>
                  <a:cubicBezTo>
                    <a:pt x="6055" y="6448"/>
                    <a:pt x="7715" y="4993"/>
                    <a:pt x="7543" y="2959"/>
                  </a:cubicBezTo>
                  <a:cubicBezTo>
                    <a:pt x="7494" y="1266"/>
                    <a:pt x="6069" y="0"/>
                    <a:pt x="4432" y="0"/>
                  </a:cubicBezTo>
                  <a:close/>
                </a:path>
              </a:pathLst>
            </a:custGeom>
            <a:solidFill>
              <a:srgbClr val="000000">
                <a:alpha val="130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18"/>
            <p:cNvSpPr/>
            <p:nvPr/>
          </p:nvSpPr>
          <p:spPr>
            <a:xfrm>
              <a:off x="4409410" y="3058442"/>
              <a:ext cx="116280" cy="116280"/>
            </a:xfrm>
            <a:custGeom>
              <a:avLst/>
              <a:gdLst/>
              <a:ahLst/>
              <a:cxnLst/>
              <a:rect l="l" t="t" r="r" b="b"/>
              <a:pathLst>
                <a:path w="5916" h="5916" extrusionOk="0">
                  <a:moveTo>
                    <a:pt x="2958" y="0"/>
                  </a:moveTo>
                  <a:cubicBezTo>
                    <a:pt x="1331" y="0"/>
                    <a:pt x="0" y="1331"/>
                    <a:pt x="0" y="2958"/>
                  </a:cubicBezTo>
                  <a:cubicBezTo>
                    <a:pt x="0" y="4585"/>
                    <a:pt x="1331" y="5916"/>
                    <a:pt x="2958" y="5916"/>
                  </a:cubicBezTo>
                  <a:cubicBezTo>
                    <a:pt x="4585" y="5916"/>
                    <a:pt x="5916" y="4585"/>
                    <a:pt x="5916" y="2958"/>
                  </a:cubicBezTo>
                  <a:cubicBezTo>
                    <a:pt x="5916" y="1331"/>
                    <a:pt x="4585" y="0"/>
                    <a:pt x="2958" y="0"/>
                  </a:cubicBezTo>
                  <a:close/>
                </a:path>
              </a:pathLst>
            </a:custGeom>
            <a:solidFill>
              <a:srgbClr val="21CA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18"/>
            <p:cNvSpPr/>
            <p:nvPr/>
          </p:nvSpPr>
          <p:spPr>
            <a:xfrm>
              <a:off x="4590585" y="3058423"/>
              <a:ext cx="151640" cy="126324"/>
            </a:xfrm>
            <a:custGeom>
              <a:avLst/>
              <a:gdLst/>
              <a:ahLst/>
              <a:cxnLst/>
              <a:rect l="l" t="t" r="r" b="b"/>
              <a:pathLst>
                <a:path w="7715" h="6427" extrusionOk="0">
                  <a:moveTo>
                    <a:pt x="4385" y="0"/>
                  </a:moveTo>
                  <a:cubicBezTo>
                    <a:pt x="4353" y="0"/>
                    <a:pt x="4321" y="1"/>
                    <a:pt x="4289" y="1"/>
                  </a:cubicBezTo>
                  <a:cubicBezTo>
                    <a:pt x="1381" y="1"/>
                    <a:pt x="0" y="3600"/>
                    <a:pt x="2120" y="5572"/>
                  </a:cubicBezTo>
                  <a:cubicBezTo>
                    <a:pt x="2771" y="6163"/>
                    <a:pt x="3542" y="6427"/>
                    <a:pt x="4295" y="6427"/>
                  </a:cubicBezTo>
                  <a:cubicBezTo>
                    <a:pt x="6052" y="6427"/>
                    <a:pt x="7715" y="4995"/>
                    <a:pt x="7542" y="2959"/>
                  </a:cubicBezTo>
                  <a:cubicBezTo>
                    <a:pt x="7446" y="1266"/>
                    <a:pt x="6067" y="0"/>
                    <a:pt x="4385" y="0"/>
                  </a:cubicBezTo>
                  <a:close/>
                </a:path>
              </a:pathLst>
            </a:custGeom>
            <a:solidFill>
              <a:srgbClr val="000000">
                <a:alpha val="130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18"/>
            <p:cNvSpPr/>
            <p:nvPr/>
          </p:nvSpPr>
          <p:spPr>
            <a:xfrm>
              <a:off x="4612873" y="3058442"/>
              <a:ext cx="115317" cy="116280"/>
            </a:xfrm>
            <a:custGeom>
              <a:avLst/>
              <a:gdLst/>
              <a:ahLst/>
              <a:cxnLst/>
              <a:rect l="l" t="t" r="r" b="b"/>
              <a:pathLst>
                <a:path w="5867" h="5916" extrusionOk="0">
                  <a:moveTo>
                    <a:pt x="2909" y="0"/>
                  </a:moveTo>
                  <a:cubicBezTo>
                    <a:pt x="1282" y="0"/>
                    <a:pt x="0" y="1331"/>
                    <a:pt x="0" y="2958"/>
                  </a:cubicBezTo>
                  <a:cubicBezTo>
                    <a:pt x="0" y="4585"/>
                    <a:pt x="1282" y="5916"/>
                    <a:pt x="2909" y="5916"/>
                  </a:cubicBezTo>
                  <a:cubicBezTo>
                    <a:pt x="4535" y="5916"/>
                    <a:pt x="5866" y="4585"/>
                    <a:pt x="5866" y="2958"/>
                  </a:cubicBezTo>
                  <a:cubicBezTo>
                    <a:pt x="5866" y="1331"/>
                    <a:pt x="4535" y="0"/>
                    <a:pt x="2909" y="0"/>
                  </a:cubicBezTo>
                  <a:close/>
                </a:path>
              </a:pathLst>
            </a:custGeom>
            <a:solidFill>
              <a:srgbClr val="21CA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FD9B170D-1165-5909-3038-3A5DA56B01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373" y="1703426"/>
            <a:ext cx="1298912" cy="13778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7CDE1EA-B4C4-6A01-1C1F-BD3B9442586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327" t="1615" r="327" b="372"/>
          <a:stretch>
            <a:fillRect/>
          </a:stretch>
        </p:blipFill>
        <p:spPr>
          <a:xfrm>
            <a:off x="2562528" y="956207"/>
            <a:ext cx="1356758" cy="1379513"/>
          </a:xfrm>
          <a:prstGeom prst="flowChartConnector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9CE377B-2EBB-5A8E-0471-3F3703FCFC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6378" y="932309"/>
            <a:ext cx="1396105" cy="1396105"/>
          </a:xfrm>
          <a:prstGeom prst="rect">
            <a:avLst/>
          </a:prstGeom>
        </p:spPr>
      </p:pic>
      <p:pic>
        <p:nvPicPr>
          <p:cNvPr id="9" name="Picture 2" descr="Отваряне на снимката">
            <a:extLst>
              <a:ext uri="{FF2B5EF4-FFF2-40B4-BE49-F238E27FC236}">
                <a16:creationId xmlns:a16="http://schemas.microsoft.com/office/drawing/2014/main" id="{98D3DF35-F7AE-38EB-8000-BD44112E95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77" t="14797" r="5577" b="8182"/>
          <a:stretch>
            <a:fillRect/>
          </a:stretch>
        </p:blipFill>
        <p:spPr bwMode="auto">
          <a:xfrm>
            <a:off x="7298942" y="1645963"/>
            <a:ext cx="1356758" cy="1414911"/>
          </a:xfrm>
          <a:prstGeom prst="flowChartConnector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E5EFAD4-8B05-B7E8-8B7A-000FBCFCA53F}"/>
              </a:ext>
            </a:extLst>
          </p:cNvPr>
          <p:cNvSpPr txBox="1"/>
          <p:nvPr/>
        </p:nvSpPr>
        <p:spPr>
          <a:xfrm>
            <a:off x="7076100" y="3513320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Front-End Developer</a:t>
            </a:r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9 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0E0421-AB32-27A5-1E5F-1FA44C88D620}"/>
              </a:ext>
            </a:extLst>
          </p:cNvPr>
          <p:cNvSpPr txBox="1"/>
          <p:nvPr/>
        </p:nvSpPr>
        <p:spPr>
          <a:xfrm>
            <a:off x="2098590" y="648038"/>
            <a:ext cx="172819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75000"/>
                  </a:schemeClr>
                </a:solidFill>
                <a:latin typeface="Grandstander" panose="020B0604020202020204" charset="0"/>
              </a:rPr>
              <a:t>Scrum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Grandstander" panose="020B0604020202020204" charset="0"/>
              </a:rPr>
              <a:t> Trainer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75000"/>
                  </a:schemeClr>
                </a:solidFill>
                <a:latin typeface="Grandstander" panose="020B0604020202020204" charset="0"/>
              </a:rPr>
              <a:t>9B</a:t>
            </a:r>
            <a:endParaRPr lang="en-US" dirty="0">
              <a:solidFill>
                <a:schemeClr val="tx1">
                  <a:lumMod val="75000"/>
                </a:schemeClr>
              </a:solidFill>
              <a:latin typeface="Grandstander" panose="020B060402020202020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68E70E-9460-9CD0-6A89-CD4B31D51BAC}"/>
              </a:ext>
            </a:extLst>
          </p:cNvPr>
          <p:cNvSpPr txBox="1"/>
          <p:nvPr/>
        </p:nvSpPr>
        <p:spPr>
          <a:xfrm>
            <a:off x="4368239" y="634147"/>
            <a:ext cx="2747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75000"/>
                  </a:schemeClr>
                </a:solidFill>
                <a:latin typeface="Grandstander" panose="020B0604020202020204" charset="0"/>
              </a:rPr>
              <a:t>Back-End Developer</a:t>
            </a:r>
          </a:p>
          <a:p>
            <a:pPr marL="285750" indent="-285750" algn="r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75000"/>
                  </a:schemeClr>
                </a:solidFill>
                <a:latin typeface="Grandstander" panose="020B0604020202020204" charset="0"/>
              </a:rPr>
              <a:t>9B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8DA3C55-07AB-3E35-C57A-F0AC1238759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9955" t="32577" r="11517" b="33756"/>
          <a:stretch>
            <a:fillRect/>
          </a:stretch>
        </p:blipFill>
        <p:spPr>
          <a:xfrm>
            <a:off x="7959531" y="4878583"/>
            <a:ext cx="1159236" cy="2484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3"/>
          <p:cNvSpPr txBox="1">
            <a:spLocks noGrp="1"/>
          </p:cNvSpPr>
          <p:nvPr>
            <p:ph type="title"/>
          </p:nvPr>
        </p:nvSpPr>
        <p:spPr>
          <a:xfrm>
            <a:off x="497808" y="259058"/>
            <a:ext cx="8229600" cy="40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 dirty="0"/>
              <a:t>Our Idea</a:t>
            </a:r>
            <a:endParaRPr sz="3600" dirty="0"/>
          </a:p>
        </p:txBody>
      </p:sp>
      <p:grpSp>
        <p:nvGrpSpPr>
          <p:cNvPr id="377" name="Google Shape;377;p23"/>
          <p:cNvGrpSpPr/>
          <p:nvPr/>
        </p:nvGrpSpPr>
        <p:grpSpPr>
          <a:xfrm>
            <a:off x="3388514" y="1702050"/>
            <a:ext cx="2359465" cy="3021052"/>
            <a:chOff x="3288617" y="1400153"/>
            <a:chExt cx="2598530" cy="3339655"/>
          </a:xfrm>
        </p:grpSpPr>
        <p:sp>
          <p:nvSpPr>
            <p:cNvPr id="378" name="Google Shape;378;p23"/>
            <p:cNvSpPr/>
            <p:nvPr/>
          </p:nvSpPr>
          <p:spPr>
            <a:xfrm>
              <a:off x="3708060" y="1400153"/>
              <a:ext cx="1740582" cy="2286760"/>
            </a:xfrm>
            <a:custGeom>
              <a:avLst/>
              <a:gdLst/>
              <a:ahLst/>
              <a:cxnLst/>
              <a:rect l="l" t="t" r="r" b="b"/>
              <a:pathLst>
                <a:path w="109213" h="143483" extrusionOk="0">
                  <a:moveTo>
                    <a:pt x="65140" y="1"/>
                  </a:moveTo>
                  <a:cubicBezTo>
                    <a:pt x="50668" y="1"/>
                    <a:pt x="36071" y="6473"/>
                    <a:pt x="24774" y="16895"/>
                  </a:cubicBezTo>
                  <a:cubicBezTo>
                    <a:pt x="8375" y="31998"/>
                    <a:pt x="1" y="55774"/>
                    <a:pt x="2344" y="77905"/>
                  </a:cubicBezTo>
                  <a:cubicBezTo>
                    <a:pt x="3341" y="86927"/>
                    <a:pt x="5933" y="95750"/>
                    <a:pt x="9970" y="103974"/>
                  </a:cubicBezTo>
                  <a:cubicBezTo>
                    <a:pt x="16101" y="116635"/>
                    <a:pt x="25821" y="128399"/>
                    <a:pt x="37186" y="135676"/>
                  </a:cubicBezTo>
                  <a:cubicBezTo>
                    <a:pt x="44790" y="140533"/>
                    <a:pt x="53602" y="143482"/>
                    <a:pt x="62454" y="143482"/>
                  </a:cubicBezTo>
                  <a:cubicBezTo>
                    <a:pt x="64685" y="143482"/>
                    <a:pt x="66919" y="143295"/>
                    <a:pt x="69136" y="142904"/>
                  </a:cubicBezTo>
                  <a:cubicBezTo>
                    <a:pt x="80601" y="140910"/>
                    <a:pt x="92464" y="132785"/>
                    <a:pt x="96701" y="120473"/>
                  </a:cubicBezTo>
                  <a:cubicBezTo>
                    <a:pt x="100190" y="110305"/>
                    <a:pt x="98246" y="99887"/>
                    <a:pt x="96751" y="89669"/>
                  </a:cubicBezTo>
                  <a:cubicBezTo>
                    <a:pt x="93710" y="69282"/>
                    <a:pt x="109212" y="52235"/>
                    <a:pt x="106820" y="32297"/>
                  </a:cubicBezTo>
                  <a:cubicBezTo>
                    <a:pt x="105723" y="23574"/>
                    <a:pt x="100788" y="15848"/>
                    <a:pt x="94458" y="10614"/>
                  </a:cubicBezTo>
                  <a:cubicBezTo>
                    <a:pt x="85556" y="3241"/>
                    <a:pt x="75379" y="1"/>
                    <a:pt x="65140" y="1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23"/>
            <p:cNvSpPr/>
            <p:nvPr/>
          </p:nvSpPr>
          <p:spPr>
            <a:xfrm>
              <a:off x="3288617" y="4227927"/>
              <a:ext cx="2598530" cy="468371"/>
            </a:xfrm>
            <a:custGeom>
              <a:avLst/>
              <a:gdLst/>
              <a:ahLst/>
              <a:cxnLst/>
              <a:rect l="l" t="t" r="r" b="b"/>
              <a:pathLst>
                <a:path w="163045" h="29388" extrusionOk="0">
                  <a:moveTo>
                    <a:pt x="80802" y="1"/>
                  </a:moveTo>
                  <a:cubicBezTo>
                    <a:pt x="61879" y="1"/>
                    <a:pt x="42971" y="991"/>
                    <a:pt x="24176" y="2510"/>
                  </a:cubicBezTo>
                  <a:cubicBezTo>
                    <a:pt x="18144" y="3008"/>
                    <a:pt x="10468" y="3756"/>
                    <a:pt x="5882" y="7345"/>
                  </a:cubicBezTo>
                  <a:cubicBezTo>
                    <a:pt x="5035" y="7993"/>
                    <a:pt x="4287" y="8790"/>
                    <a:pt x="3689" y="9688"/>
                  </a:cubicBezTo>
                  <a:cubicBezTo>
                    <a:pt x="1" y="15121"/>
                    <a:pt x="8076" y="19906"/>
                    <a:pt x="13409" y="22149"/>
                  </a:cubicBezTo>
                  <a:cubicBezTo>
                    <a:pt x="27017" y="27881"/>
                    <a:pt x="42668" y="29028"/>
                    <a:pt x="57821" y="29277"/>
                  </a:cubicBezTo>
                  <a:cubicBezTo>
                    <a:pt x="63221" y="29360"/>
                    <a:pt x="68621" y="29388"/>
                    <a:pt x="74021" y="29388"/>
                  </a:cubicBezTo>
                  <a:cubicBezTo>
                    <a:pt x="84821" y="29388"/>
                    <a:pt x="95621" y="29277"/>
                    <a:pt x="106420" y="29277"/>
                  </a:cubicBezTo>
                  <a:cubicBezTo>
                    <a:pt x="120876" y="29227"/>
                    <a:pt x="136427" y="29177"/>
                    <a:pt x="149935" y="24492"/>
                  </a:cubicBezTo>
                  <a:cubicBezTo>
                    <a:pt x="152727" y="23495"/>
                    <a:pt x="155468" y="22249"/>
                    <a:pt x="157263" y="20255"/>
                  </a:cubicBezTo>
                  <a:cubicBezTo>
                    <a:pt x="163045" y="13775"/>
                    <a:pt x="152029" y="7445"/>
                    <a:pt x="145399" y="5301"/>
                  </a:cubicBezTo>
                  <a:cubicBezTo>
                    <a:pt x="137923" y="2909"/>
                    <a:pt x="129698" y="2360"/>
                    <a:pt x="121723" y="1662"/>
                  </a:cubicBezTo>
                  <a:cubicBezTo>
                    <a:pt x="110956" y="715"/>
                    <a:pt x="100090" y="217"/>
                    <a:pt x="89224" y="67"/>
                  </a:cubicBezTo>
                  <a:cubicBezTo>
                    <a:pt x="86417" y="22"/>
                    <a:pt x="83609" y="1"/>
                    <a:pt x="80802" y="1"/>
                  </a:cubicBezTo>
                  <a:close/>
                </a:path>
              </a:pathLst>
            </a:custGeom>
            <a:solidFill>
              <a:srgbClr val="000000">
                <a:alpha val="130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23"/>
            <p:cNvSpPr/>
            <p:nvPr/>
          </p:nvSpPr>
          <p:spPr>
            <a:xfrm>
              <a:off x="4028213" y="2113483"/>
              <a:ext cx="36561" cy="1783470"/>
            </a:xfrm>
            <a:custGeom>
              <a:avLst/>
              <a:gdLst/>
              <a:ahLst/>
              <a:cxnLst/>
              <a:rect l="l" t="t" r="r" b="b"/>
              <a:pathLst>
                <a:path w="2294" h="111904" extrusionOk="0">
                  <a:moveTo>
                    <a:pt x="1" y="0"/>
                  </a:moveTo>
                  <a:lnTo>
                    <a:pt x="1" y="111903"/>
                  </a:lnTo>
                  <a:lnTo>
                    <a:pt x="2293" y="111903"/>
                  </a:lnTo>
                  <a:lnTo>
                    <a:pt x="2293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23"/>
            <p:cNvSpPr/>
            <p:nvPr/>
          </p:nvSpPr>
          <p:spPr>
            <a:xfrm>
              <a:off x="3727137" y="1717452"/>
              <a:ext cx="639508" cy="533986"/>
            </a:xfrm>
            <a:custGeom>
              <a:avLst/>
              <a:gdLst/>
              <a:ahLst/>
              <a:cxnLst/>
              <a:rect l="l" t="t" r="r" b="b"/>
              <a:pathLst>
                <a:path w="40126" h="33505" extrusionOk="0">
                  <a:moveTo>
                    <a:pt x="20192" y="0"/>
                  </a:moveTo>
                  <a:cubicBezTo>
                    <a:pt x="16501" y="0"/>
                    <a:pt x="12761" y="502"/>
                    <a:pt x="12761" y="1472"/>
                  </a:cubicBezTo>
                  <a:lnTo>
                    <a:pt x="0" y="30532"/>
                  </a:lnTo>
                  <a:cubicBezTo>
                    <a:pt x="0" y="32514"/>
                    <a:pt x="9998" y="33505"/>
                    <a:pt x="20008" y="33505"/>
                  </a:cubicBezTo>
                  <a:cubicBezTo>
                    <a:pt x="23088" y="33505"/>
                    <a:pt x="26169" y="33411"/>
                    <a:pt x="28960" y="33223"/>
                  </a:cubicBezTo>
                  <a:cubicBezTo>
                    <a:pt x="31353" y="33074"/>
                    <a:pt x="33496" y="32824"/>
                    <a:pt x="35291" y="32525"/>
                  </a:cubicBezTo>
                  <a:cubicBezTo>
                    <a:pt x="38281" y="32077"/>
                    <a:pt x="40126" y="31429"/>
                    <a:pt x="40126" y="30581"/>
                  </a:cubicBezTo>
                  <a:lnTo>
                    <a:pt x="27315" y="1522"/>
                  </a:lnTo>
                  <a:cubicBezTo>
                    <a:pt x="27315" y="874"/>
                    <a:pt x="26019" y="475"/>
                    <a:pt x="24125" y="275"/>
                  </a:cubicBezTo>
                  <a:cubicBezTo>
                    <a:pt x="23378" y="176"/>
                    <a:pt x="22530" y="76"/>
                    <a:pt x="21633" y="26"/>
                  </a:cubicBezTo>
                  <a:cubicBezTo>
                    <a:pt x="21159" y="9"/>
                    <a:pt x="20676" y="0"/>
                    <a:pt x="2019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23"/>
            <p:cNvSpPr/>
            <p:nvPr/>
          </p:nvSpPr>
          <p:spPr>
            <a:xfrm>
              <a:off x="3487214" y="3598300"/>
              <a:ext cx="2148901" cy="940568"/>
            </a:xfrm>
            <a:custGeom>
              <a:avLst/>
              <a:gdLst/>
              <a:ahLst/>
              <a:cxnLst/>
              <a:rect l="l" t="t" r="r" b="b"/>
              <a:pathLst>
                <a:path w="134833" h="59016" extrusionOk="0">
                  <a:moveTo>
                    <a:pt x="110266" y="0"/>
                  </a:moveTo>
                  <a:cubicBezTo>
                    <a:pt x="108509" y="0"/>
                    <a:pt x="106750" y="96"/>
                    <a:pt x="105025" y="245"/>
                  </a:cubicBezTo>
                  <a:cubicBezTo>
                    <a:pt x="93162" y="1392"/>
                    <a:pt x="83143" y="5479"/>
                    <a:pt x="72127" y="9517"/>
                  </a:cubicBezTo>
                  <a:cubicBezTo>
                    <a:pt x="70914" y="9962"/>
                    <a:pt x="69768" y="10147"/>
                    <a:pt x="68659" y="10147"/>
                  </a:cubicBezTo>
                  <a:cubicBezTo>
                    <a:pt x="65305" y="10147"/>
                    <a:pt x="62290" y="8460"/>
                    <a:pt x="58769" y="7224"/>
                  </a:cubicBezTo>
                  <a:cubicBezTo>
                    <a:pt x="53136" y="5130"/>
                    <a:pt x="47304" y="3585"/>
                    <a:pt x="41422" y="2588"/>
                  </a:cubicBezTo>
                  <a:cubicBezTo>
                    <a:pt x="38766" y="2197"/>
                    <a:pt x="36066" y="1982"/>
                    <a:pt x="33374" y="1982"/>
                  </a:cubicBezTo>
                  <a:cubicBezTo>
                    <a:pt x="26468" y="1982"/>
                    <a:pt x="19612" y="3396"/>
                    <a:pt x="13659" y="6875"/>
                  </a:cubicBezTo>
                  <a:cubicBezTo>
                    <a:pt x="7029" y="10713"/>
                    <a:pt x="1895" y="17392"/>
                    <a:pt x="499" y="24769"/>
                  </a:cubicBezTo>
                  <a:cubicBezTo>
                    <a:pt x="150" y="26614"/>
                    <a:pt x="1" y="28508"/>
                    <a:pt x="150" y="30402"/>
                  </a:cubicBezTo>
                  <a:cubicBezTo>
                    <a:pt x="998" y="40670"/>
                    <a:pt x="9372" y="49144"/>
                    <a:pt x="18942" y="53131"/>
                  </a:cubicBezTo>
                  <a:cubicBezTo>
                    <a:pt x="28463" y="57119"/>
                    <a:pt x="39080" y="57468"/>
                    <a:pt x="49398" y="57767"/>
                  </a:cubicBezTo>
                  <a:cubicBezTo>
                    <a:pt x="62108" y="58166"/>
                    <a:pt x="74869" y="58515"/>
                    <a:pt x="87579" y="58913"/>
                  </a:cubicBezTo>
                  <a:cubicBezTo>
                    <a:pt x="89593" y="58971"/>
                    <a:pt x="91641" y="59016"/>
                    <a:pt x="93700" y="59016"/>
                  </a:cubicBezTo>
                  <a:cubicBezTo>
                    <a:pt x="104178" y="59016"/>
                    <a:pt x="114921" y="57845"/>
                    <a:pt x="122670" y="51138"/>
                  </a:cubicBezTo>
                  <a:cubicBezTo>
                    <a:pt x="128452" y="46103"/>
                    <a:pt x="131593" y="38577"/>
                    <a:pt x="133038" y="31050"/>
                  </a:cubicBezTo>
                  <a:cubicBezTo>
                    <a:pt x="134833" y="21529"/>
                    <a:pt x="133537" y="10364"/>
                    <a:pt x="125910" y="4383"/>
                  </a:cubicBezTo>
                  <a:cubicBezTo>
                    <a:pt x="125661" y="4183"/>
                    <a:pt x="125362" y="4034"/>
                    <a:pt x="125113" y="3834"/>
                  </a:cubicBezTo>
                  <a:cubicBezTo>
                    <a:pt x="120845" y="877"/>
                    <a:pt x="115566" y="0"/>
                    <a:pt x="11026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23"/>
            <p:cNvSpPr/>
            <p:nvPr/>
          </p:nvSpPr>
          <p:spPr>
            <a:xfrm>
              <a:off x="3487214" y="3659405"/>
              <a:ext cx="2148901" cy="879463"/>
            </a:xfrm>
            <a:custGeom>
              <a:avLst/>
              <a:gdLst/>
              <a:ahLst/>
              <a:cxnLst/>
              <a:rect l="l" t="t" r="r" b="b"/>
              <a:pathLst>
                <a:path w="134833" h="55182" extrusionOk="0">
                  <a:moveTo>
                    <a:pt x="125113" y="0"/>
                  </a:moveTo>
                  <a:lnTo>
                    <a:pt x="125113" y="0"/>
                  </a:lnTo>
                  <a:cubicBezTo>
                    <a:pt x="129399" y="5483"/>
                    <a:pt x="129748" y="13558"/>
                    <a:pt x="126907" y="19938"/>
                  </a:cubicBezTo>
                  <a:cubicBezTo>
                    <a:pt x="123867" y="26668"/>
                    <a:pt x="117736" y="31652"/>
                    <a:pt x="111007" y="34643"/>
                  </a:cubicBezTo>
                  <a:cubicBezTo>
                    <a:pt x="104277" y="37634"/>
                    <a:pt x="96900" y="38830"/>
                    <a:pt x="89573" y="39627"/>
                  </a:cubicBezTo>
                  <a:cubicBezTo>
                    <a:pt x="82707" y="40369"/>
                    <a:pt x="75787" y="40795"/>
                    <a:pt x="68875" y="40795"/>
                  </a:cubicBezTo>
                  <a:cubicBezTo>
                    <a:pt x="59527" y="40795"/>
                    <a:pt x="50193" y="40016"/>
                    <a:pt x="41024" y="38182"/>
                  </a:cubicBezTo>
                  <a:cubicBezTo>
                    <a:pt x="26519" y="35291"/>
                    <a:pt x="12462" y="29658"/>
                    <a:pt x="499" y="20935"/>
                  </a:cubicBezTo>
                  <a:cubicBezTo>
                    <a:pt x="150" y="22780"/>
                    <a:pt x="1" y="24674"/>
                    <a:pt x="150" y="26568"/>
                  </a:cubicBezTo>
                  <a:cubicBezTo>
                    <a:pt x="998" y="36836"/>
                    <a:pt x="9372" y="45310"/>
                    <a:pt x="18942" y="49297"/>
                  </a:cubicBezTo>
                  <a:cubicBezTo>
                    <a:pt x="28463" y="53285"/>
                    <a:pt x="39080" y="53634"/>
                    <a:pt x="49398" y="53933"/>
                  </a:cubicBezTo>
                  <a:cubicBezTo>
                    <a:pt x="62108" y="54332"/>
                    <a:pt x="74869" y="54681"/>
                    <a:pt x="87579" y="55079"/>
                  </a:cubicBezTo>
                  <a:cubicBezTo>
                    <a:pt x="89593" y="55137"/>
                    <a:pt x="91641" y="55182"/>
                    <a:pt x="93700" y="55182"/>
                  </a:cubicBezTo>
                  <a:cubicBezTo>
                    <a:pt x="104178" y="55182"/>
                    <a:pt x="114921" y="54011"/>
                    <a:pt x="122670" y="47304"/>
                  </a:cubicBezTo>
                  <a:cubicBezTo>
                    <a:pt x="128452" y="42269"/>
                    <a:pt x="131593" y="34743"/>
                    <a:pt x="133038" y="27216"/>
                  </a:cubicBezTo>
                  <a:cubicBezTo>
                    <a:pt x="134833" y="17695"/>
                    <a:pt x="133537" y="6530"/>
                    <a:pt x="125910" y="549"/>
                  </a:cubicBezTo>
                  <a:cubicBezTo>
                    <a:pt x="125661" y="349"/>
                    <a:pt x="125362" y="200"/>
                    <a:pt x="125113" y="0"/>
                  </a:cubicBezTo>
                  <a:close/>
                </a:path>
              </a:pathLst>
            </a:custGeom>
            <a:solidFill>
              <a:srgbClr val="000000">
                <a:alpha val="130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23"/>
            <p:cNvSpPr/>
            <p:nvPr/>
          </p:nvSpPr>
          <p:spPr>
            <a:xfrm>
              <a:off x="4236356" y="1536115"/>
              <a:ext cx="691146" cy="560697"/>
            </a:xfrm>
            <a:custGeom>
              <a:avLst/>
              <a:gdLst/>
              <a:ahLst/>
              <a:cxnLst/>
              <a:rect l="l" t="t" r="r" b="b"/>
              <a:pathLst>
                <a:path w="43366" h="35181" extrusionOk="0">
                  <a:moveTo>
                    <a:pt x="22137" y="1"/>
                  </a:moveTo>
                  <a:cubicBezTo>
                    <a:pt x="17171" y="1"/>
                    <a:pt x="11813" y="4077"/>
                    <a:pt x="11813" y="4077"/>
                  </a:cubicBezTo>
                  <a:cubicBezTo>
                    <a:pt x="11006" y="3825"/>
                    <a:pt x="10270" y="3712"/>
                    <a:pt x="9598" y="3712"/>
                  </a:cubicBezTo>
                  <a:cubicBezTo>
                    <a:pt x="3351" y="3712"/>
                    <a:pt x="2742" y="13548"/>
                    <a:pt x="2742" y="13548"/>
                  </a:cubicBezTo>
                  <a:cubicBezTo>
                    <a:pt x="0" y="16139"/>
                    <a:pt x="3240" y="27604"/>
                    <a:pt x="3240" y="27604"/>
                  </a:cubicBezTo>
                  <a:lnTo>
                    <a:pt x="3689" y="27604"/>
                  </a:lnTo>
                  <a:lnTo>
                    <a:pt x="23378" y="35180"/>
                  </a:lnTo>
                  <a:lnTo>
                    <a:pt x="40724" y="27604"/>
                  </a:lnTo>
                  <a:cubicBezTo>
                    <a:pt x="43366" y="12501"/>
                    <a:pt x="38630" y="11604"/>
                    <a:pt x="38630" y="11604"/>
                  </a:cubicBezTo>
                  <a:cubicBezTo>
                    <a:pt x="40022" y="4070"/>
                    <a:pt x="32098" y="3397"/>
                    <a:pt x="29224" y="3397"/>
                  </a:cubicBezTo>
                  <a:cubicBezTo>
                    <a:pt x="28599" y="3397"/>
                    <a:pt x="28213" y="3429"/>
                    <a:pt x="28213" y="3429"/>
                  </a:cubicBezTo>
                  <a:cubicBezTo>
                    <a:pt x="26651" y="874"/>
                    <a:pt x="24436" y="1"/>
                    <a:pt x="22137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23"/>
            <p:cNvSpPr/>
            <p:nvPr/>
          </p:nvSpPr>
          <p:spPr>
            <a:xfrm>
              <a:off x="4317383" y="1757583"/>
              <a:ext cx="539421" cy="972379"/>
            </a:xfrm>
            <a:custGeom>
              <a:avLst/>
              <a:gdLst/>
              <a:ahLst/>
              <a:cxnLst/>
              <a:rect l="l" t="t" r="r" b="b"/>
              <a:pathLst>
                <a:path w="33846" h="61012" extrusionOk="0">
                  <a:moveTo>
                    <a:pt x="16923" y="0"/>
                  </a:moveTo>
                  <a:cubicBezTo>
                    <a:pt x="11365" y="0"/>
                    <a:pt x="5807" y="947"/>
                    <a:pt x="499" y="2842"/>
                  </a:cubicBezTo>
                  <a:cubicBezTo>
                    <a:pt x="100" y="6381"/>
                    <a:pt x="0" y="9920"/>
                    <a:pt x="150" y="13459"/>
                  </a:cubicBezTo>
                  <a:cubicBezTo>
                    <a:pt x="299" y="16998"/>
                    <a:pt x="1246" y="20487"/>
                    <a:pt x="2941" y="23577"/>
                  </a:cubicBezTo>
                  <a:cubicBezTo>
                    <a:pt x="4785" y="26718"/>
                    <a:pt x="7527" y="29210"/>
                    <a:pt x="9371" y="32350"/>
                  </a:cubicBezTo>
                  <a:cubicBezTo>
                    <a:pt x="10169" y="33746"/>
                    <a:pt x="11116" y="34543"/>
                    <a:pt x="11664" y="35540"/>
                  </a:cubicBezTo>
                  <a:cubicBezTo>
                    <a:pt x="12312" y="36786"/>
                    <a:pt x="12462" y="38431"/>
                    <a:pt x="11664" y="42568"/>
                  </a:cubicBezTo>
                  <a:cubicBezTo>
                    <a:pt x="11664" y="42568"/>
                    <a:pt x="3838" y="47304"/>
                    <a:pt x="3838" y="53185"/>
                  </a:cubicBezTo>
                  <a:cubicBezTo>
                    <a:pt x="3838" y="59117"/>
                    <a:pt x="16948" y="61011"/>
                    <a:pt x="16948" y="61011"/>
                  </a:cubicBezTo>
                  <a:cubicBezTo>
                    <a:pt x="16948" y="61011"/>
                    <a:pt x="30007" y="59117"/>
                    <a:pt x="30007" y="53185"/>
                  </a:cubicBezTo>
                  <a:cubicBezTo>
                    <a:pt x="30007" y="47254"/>
                    <a:pt x="22181" y="42120"/>
                    <a:pt x="22181" y="42120"/>
                  </a:cubicBezTo>
                  <a:cubicBezTo>
                    <a:pt x="21833" y="38332"/>
                    <a:pt x="21882" y="36587"/>
                    <a:pt x="22181" y="35540"/>
                  </a:cubicBezTo>
                  <a:cubicBezTo>
                    <a:pt x="22630" y="34244"/>
                    <a:pt x="23527" y="34045"/>
                    <a:pt x="24524" y="32350"/>
                  </a:cubicBezTo>
                  <a:cubicBezTo>
                    <a:pt x="26319" y="29210"/>
                    <a:pt x="29060" y="26718"/>
                    <a:pt x="30904" y="23577"/>
                  </a:cubicBezTo>
                  <a:cubicBezTo>
                    <a:pt x="32599" y="20487"/>
                    <a:pt x="33546" y="16998"/>
                    <a:pt x="33696" y="13459"/>
                  </a:cubicBezTo>
                  <a:cubicBezTo>
                    <a:pt x="33845" y="9920"/>
                    <a:pt x="33746" y="6381"/>
                    <a:pt x="33347" y="2842"/>
                  </a:cubicBezTo>
                  <a:cubicBezTo>
                    <a:pt x="28038" y="947"/>
                    <a:pt x="22481" y="0"/>
                    <a:pt x="16923" y="0"/>
                  </a:cubicBezTo>
                  <a:close/>
                </a:path>
              </a:pathLst>
            </a:custGeom>
            <a:solidFill>
              <a:srgbClr val="FFCF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23"/>
            <p:cNvSpPr/>
            <p:nvPr/>
          </p:nvSpPr>
          <p:spPr>
            <a:xfrm>
              <a:off x="4457983" y="2244362"/>
              <a:ext cx="136664" cy="55813"/>
            </a:xfrm>
            <a:custGeom>
              <a:avLst/>
              <a:gdLst/>
              <a:ahLst/>
              <a:cxnLst/>
              <a:rect l="l" t="t" r="r" b="b"/>
              <a:pathLst>
                <a:path w="8575" h="3502" extrusionOk="0">
                  <a:moveTo>
                    <a:pt x="425" y="0"/>
                  </a:moveTo>
                  <a:cubicBezTo>
                    <a:pt x="325" y="0"/>
                    <a:pt x="225" y="38"/>
                    <a:pt x="150" y="112"/>
                  </a:cubicBezTo>
                  <a:cubicBezTo>
                    <a:pt x="1" y="262"/>
                    <a:pt x="51" y="511"/>
                    <a:pt x="200" y="661"/>
                  </a:cubicBezTo>
                  <a:cubicBezTo>
                    <a:pt x="2244" y="2505"/>
                    <a:pt x="4836" y="3502"/>
                    <a:pt x="7577" y="3502"/>
                  </a:cubicBezTo>
                  <a:lnTo>
                    <a:pt x="8176" y="3502"/>
                  </a:lnTo>
                  <a:cubicBezTo>
                    <a:pt x="8425" y="3502"/>
                    <a:pt x="8574" y="3302"/>
                    <a:pt x="8574" y="3103"/>
                  </a:cubicBezTo>
                  <a:cubicBezTo>
                    <a:pt x="8574" y="2886"/>
                    <a:pt x="8423" y="2745"/>
                    <a:pt x="8252" y="2745"/>
                  </a:cubicBezTo>
                  <a:cubicBezTo>
                    <a:pt x="8227" y="2745"/>
                    <a:pt x="8201" y="2748"/>
                    <a:pt x="8176" y="2754"/>
                  </a:cubicBezTo>
                  <a:cubicBezTo>
                    <a:pt x="8038" y="2759"/>
                    <a:pt x="7901" y="2762"/>
                    <a:pt x="7764" y="2762"/>
                  </a:cubicBezTo>
                  <a:cubicBezTo>
                    <a:pt x="5166" y="2762"/>
                    <a:pt x="2640" y="1864"/>
                    <a:pt x="699" y="112"/>
                  </a:cubicBezTo>
                  <a:cubicBezTo>
                    <a:pt x="624" y="38"/>
                    <a:pt x="524" y="0"/>
                    <a:pt x="4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23"/>
            <p:cNvSpPr/>
            <p:nvPr/>
          </p:nvSpPr>
          <p:spPr>
            <a:xfrm>
              <a:off x="4481826" y="1922823"/>
              <a:ext cx="37357" cy="66746"/>
            </a:xfrm>
            <a:custGeom>
              <a:avLst/>
              <a:gdLst/>
              <a:ahLst/>
              <a:cxnLst/>
              <a:rect l="l" t="t" r="r" b="b"/>
              <a:pathLst>
                <a:path w="2344" h="4188" extrusionOk="0">
                  <a:moveTo>
                    <a:pt x="1197" y="0"/>
                  </a:moveTo>
                  <a:cubicBezTo>
                    <a:pt x="549" y="0"/>
                    <a:pt x="0" y="947"/>
                    <a:pt x="0" y="2094"/>
                  </a:cubicBezTo>
                  <a:cubicBezTo>
                    <a:pt x="0" y="3240"/>
                    <a:pt x="549" y="4187"/>
                    <a:pt x="1197" y="4187"/>
                  </a:cubicBezTo>
                  <a:cubicBezTo>
                    <a:pt x="1795" y="4187"/>
                    <a:pt x="2343" y="3240"/>
                    <a:pt x="2343" y="2094"/>
                  </a:cubicBezTo>
                  <a:cubicBezTo>
                    <a:pt x="2343" y="947"/>
                    <a:pt x="1795" y="0"/>
                    <a:pt x="1197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23"/>
            <p:cNvSpPr/>
            <p:nvPr/>
          </p:nvSpPr>
          <p:spPr>
            <a:xfrm>
              <a:off x="4660565" y="1922823"/>
              <a:ext cx="36561" cy="66746"/>
            </a:xfrm>
            <a:custGeom>
              <a:avLst/>
              <a:gdLst/>
              <a:ahLst/>
              <a:cxnLst/>
              <a:rect l="l" t="t" r="r" b="b"/>
              <a:pathLst>
                <a:path w="2294" h="4188" extrusionOk="0">
                  <a:moveTo>
                    <a:pt x="1147" y="0"/>
                  </a:moveTo>
                  <a:cubicBezTo>
                    <a:pt x="499" y="0"/>
                    <a:pt x="1" y="947"/>
                    <a:pt x="1" y="2094"/>
                  </a:cubicBezTo>
                  <a:cubicBezTo>
                    <a:pt x="1" y="3240"/>
                    <a:pt x="499" y="4187"/>
                    <a:pt x="1147" y="4187"/>
                  </a:cubicBezTo>
                  <a:cubicBezTo>
                    <a:pt x="1795" y="4187"/>
                    <a:pt x="2293" y="3240"/>
                    <a:pt x="2293" y="2094"/>
                  </a:cubicBezTo>
                  <a:cubicBezTo>
                    <a:pt x="2293" y="947"/>
                    <a:pt x="1795" y="0"/>
                    <a:pt x="1147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23"/>
            <p:cNvSpPr/>
            <p:nvPr/>
          </p:nvSpPr>
          <p:spPr>
            <a:xfrm>
              <a:off x="4578742" y="2001968"/>
              <a:ext cx="36561" cy="51143"/>
            </a:xfrm>
            <a:custGeom>
              <a:avLst/>
              <a:gdLst/>
              <a:ahLst/>
              <a:cxnLst/>
              <a:rect l="l" t="t" r="r" b="b"/>
              <a:pathLst>
                <a:path w="2294" h="3209" extrusionOk="0">
                  <a:moveTo>
                    <a:pt x="874" y="0"/>
                  </a:moveTo>
                  <a:cubicBezTo>
                    <a:pt x="731" y="0"/>
                    <a:pt x="587" y="23"/>
                    <a:pt x="449" y="69"/>
                  </a:cubicBezTo>
                  <a:cubicBezTo>
                    <a:pt x="250" y="118"/>
                    <a:pt x="150" y="368"/>
                    <a:pt x="200" y="567"/>
                  </a:cubicBezTo>
                  <a:cubicBezTo>
                    <a:pt x="273" y="713"/>
                    <a:pt x="399" y="806"/>
                    <a:pt x="540" y="806"/>
                  </a:cubicBezTo>
                  <a:cubicBezTo>
                    <a:pt x="591" y="806"/>
                    <a:pt x="645" y="793"/>
                    <a:pt x="698" y="766"/>
                  </a:cubicBezTo>
                  <a:cubicBezTo>
                    <a:pt x="741" y="758"/>
                    <a:pt x="784" y="754"/>
                    <a:pt x="826" y="754"/>
                  </a:cubicBezTo>
                  <a:cubicBezTo>
                    <a:pt x="1030" y="754"/>
                    <a:pt x="1222" y="851"/>
                    <a:pt x="1346" y="1016"/>
                  </a:cubicBezTo>
                  <a:cubicBezTo>
                    <a:pt x="1446" y="1315"/>
                    <a:pt x="1396" y="1614"/>
                    <a:pt x="1197" y="1863"/>
                  </a:cubicBezTo>
                  <a:cubicBezTo>
                    <a:pt x="947" y="2112"/>
                    <a:pt x="648" y="2362"/>
                    <a:pt x="300" y="2461"/>
                  </a:cubicBezTo>
                  <a:cubicBezTo>
                    <a:pt x="100" y="2561"/>
                    <a:pt x="0" y="2760"/>
                    <a:pt x="50" y="2960"/>
                  </a:cubicBezTo>
                  <a:cubicBezTo>
                    <a:pt x="150" y="3109"/>
                    <a:pt x="300" y="3209"/>
                    <a:pt x="449" y="3209"/>
                  </a:cubicBezTo>
                  <a:cubicBezTo>
                    <a:pt x="499" y="3209"/>
                    <a:pt x="549" y="3209"/>
                    <a:pt x="599" y="3159"/>
                  </a:cubicBezTo>
                  <a:cubicBezTo>
                    <a:pt x="1047" y="3010"/>
                    <a:pt x="1496" y="2710"/>
                    <a:pt x="1845" y="2312"/>
                  </a:cubicBezTo>
                  <a:cubicBezTo>
                    <a:pt x="2194" y="1863"/>
                    <a:pt x="2293" y="1215"/>
                    <a:pt x="2044" y="667"/>
                  </a:cubicBezTo>
                  <a:cubicBezTo>
                    <a:pt x="1814" y="245"/>
                    <a:pt x="1348" y="0"/>
                    <a:pt x="8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23"/>
            <p:cNvSpPr/>
            <p:nvPr/>
          </p:nvSpPr>
          <p:spPr>
            <a:xfrm>
              <a:off x="4452437" y="1876349"/>
              <a:ext cx="85393" cy="38760"/>
            </a:xfrm>
            <a:custGeom>
              <a:avLst/>
              <a:gdLst/>
              <a:ahLst/>
              <a:cxnLst/>
              <a:rect l="l" t="t" r="r" b="b"/>
              <a:pathLst>
                <a:path w="5358" h="2432" extrusionOk="0">
                  <a:moveTo>
                    <a:pt x="2199" y="0"/>
                  </a:moveTo>
                  <a:cubicBezTo>
                    <a:pt x="1969" y="0"/>
                    <a:pt x="1745" y="25"/>
                    <a:pt x="1545" y="75"/>
                  </a:cubicBezTo>
                  <a:cubicBezTo>
                    <a:pt x="1097" y="125"/>
                    <a:pt x="648" y="274"/>
                    <a:pt x="299" y="474"/>
                  </a:cubicBezTo>
                  <a:cubicBezTo>
                    <a:pt x="100" y="574"/>
                    <a:pt x="0" y="773"/>
                    <a:pt x="100" y="972"/>
                  </a:cubicBezTo>
                  <a:cubicBezTo>
                    <a:pt x="136" y="1118"/>
                    <a:pt x="253" y="1211"/>
                    <a:pt x="391" y="1211"/>
                  </a:cubicBezTo>
                  <a:cubicBezTo>
                    <a:pt x="441" y="1211"/>
                    <a:pt x="495" y="1198"/>
                    <a:pt x="548" y="1172"/>
                  </a:cubicBezTo>
                  <a:cubicBezTo>
                    <a:pt x="897" y="1072"/>
                    <a:pt x="1246" y="972"/>
                    <a:pt x="1595" y="922"/>
                  </a:cubicBezTo>
                  <a:cubicBezTo>
                    <a:pt x="1660" y="917"/>
                    <a:pt x="1725" y="915"/>
                    <a:pt x="1789" y="915"/>
                  </a:cubicBezTo>
                  <a:cubicBezTo>
                    <a:pt x="2372" y="915"/>
                    <a:pt x="2946" y="1117"/>
                    <a:pt x="3439" y="1521"/>
                  </a:cubicBezTo>
                  <a:cubicBezTo>
                    <a:pt x="3689" y="1720"/>
                    <a:pt x="3888" y="1919"/>
                    <a:pt x="4037" y="2218"/>
                  </a:cubicBezTo>
                  <a:lnTo>
                    <a:pt x="4137" y="2218"/>
                  </a:lnTo>
                  <a:lnTo>
                    <a:pt x="4137" y="2268"/>
                  </a:lnTo>
                  <a:cubicBezTo>
                    <a:pt x="4264" y="2382"/>
                    <a:pt x="4410" y="2432"/>
                    <a:pt x="4552" y="2432"/>
                  </a:cubicBezTo>
                  <a:cubicBezTo>
                    <a:pt x="4970" y="2432"/>
                    <a:pt x="5357" y="2004"/>
                    <a:pt x="5134" y="1521"/>
                  </a:cubicBezTo>
                  <a:cubicBezTo>
                    <a:pt x="4835" y="1172"/>
                    <a:pt x="4486" y="823"/>
                    <a:pt x="4137" y="574"/>
                  </a:cubicBezTo>
                  <a:cubicBezTo>
                    <a:pt x="3738" y="324"/>
                    <a:pt x="3290" y="175"/>
                    <a:pt x="2891" y="75"/>
                  </a:cubicBezTo>
                  <a:cubicBezTo>
                    <a:pt x="2667" y="25"/>
                    <a:pt x="2430" y="0"/>
                    <a:pt x="2199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23"/>
            <p:cNvSpPr/>
            <p:nvPr/>
          </p:nvSpPr>
          <p:spPr>
            <a:xfrm>
              <a:off x="4639958" y="1876349"/>
              <a:ext cx="89250" cy="39716"/>
            </a:xfrm>
            <a:custGeom>
              <a:avLst/>
              <a:gdLst/>
              <a:ahLst/>
              <a:cxnLst/>
              <a:rect l="l" t="t" r="r" b="b"/>
              <a:pathLst>
                <a:path w="5600" h="2492" extrusionOk="0">
                  <a:moveTo>
                    <a:pt x="3312" y="0"/>
                  </a:moveTo>
                  <a:cubicBezTo>
                    <a:pt x="3088" y="0"/>
                    <a:pt x="2864" y="25"/>
                    <a:pt x="2639" y="75"/>
                  </a:cubicBezTo>
                  <a:cubicBezTo>
                    <a:pt x="2191" y="175"/>
                    <a:pt x="1742" y="324"/>
                    <a:pt x="1393" y="623"/>
                  </a:cubicBezTo>
                  <a:cubicBezTo>
                    <a:pt x="994" y="873"/>
                    <a:pt x="646" y="1172"/>
                    <a:pt x="346" y="1570"/>
                  </a:cubicBezTo>
                  <a:lnTo>
                    <a:pt x="396" y="1570"/>
                  </a:lnTo>
                  <a:cubicBezTo>
                    <a:pt x="1" y="1966"/>
                    <a:pt x="591" y="2491"/>
                    <a:pt x="1044" y="2491"/>
                  </a:cubicBezTo>
                  <a:cubicBezTo>
                    <a:pt x="1219" y="2491"/>
                    <a:pt x="1374" y="2413"/>
                    <a:pt x="1443" y="2218"/>
                  </a:cubicBezTo>
                  <a:cubicBezTo>
                    <a:pt x="1593" y="1919"/>
                    <a:pt x="1792" y="1720"/>
                    <a:pt x="2041" y="1521"/>
                  </a:cubicBezTo>
                  <a:cubicBezTo>
                    <a:pt x="2290" y="1321"/>
                    <a:pt x="2589" y="1122"/>
                    <a:pt x="2889" y="1072"/>
                  </a:cubicBezTo>
                  <a:cubicBezTo>
                    <a:pt x="3144" y="999"/>
                    <a:pt x="3373" y="953"/>
                    <a:pt x="3614" y="953"/>
                  </a:cubicBezTo>
                  <a:cubicBezTo>
                    <a:pt x="3702" y="953"/>
                    <a:pt x="3792" y="959"/>
                    <a:pt x="3885" y="972"/>
                  </a:cubicBezTo>
                  <a:cubicBezTo>
                    <a:pt x="4234" y="972"/>
                    <a:pt x="4583" y="1072"/>
                    <a:pt x="4932" y="1222"/>
                  </a:cubicBezTo>
                  <a:cubicBezTo>
                    <a:pt x="4966" y="1229"/>
                    <a:pt x="4999" y="1233"/>
                    <a:pt x="5031" y="1233"/>
                  </a:cubicBezTo>
                  <a:cubicBezTo>
                    <a:pt x="5415" y="1233"/>
                    <a:pt x="5600" y="704"/>
                    <a:pt x="5231" y="474"/>
                  </a:cubicBezTo>
                  <a:cubicBezTo>
                    <a:pt x="4833" y="274"/>
                    <a:pt x="4384" y="175"/>
                    <a:pt x="3985" y="75"/>
                  </a:cubicBezTo>
                  <a:cubicBezTo>
                    <a:pt x="3761" y="25"/>
                    <a:pt x="3537" y="0"/>
                    <a:pt x="3312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23"/>
            <p:cNvSpPr/>
            <p:nvPr/>
          </p:nvSpPr>
          <p:spPr>
            <a:xfrm>
              <a:off x="4492838" y="2068476"/>
              <a:ext cx="104980" cy="56929"/>
            </a:xfrm>
            <a:custGeom>
              <a:avLst/>
              <a:gdLst/>
              <a:ahLst/>
              <a:cxnLst/>
              <a:rect l="l" t="t" r="r" b="b"/>
              <a:pathLst>
                <a:path w="6587" h="3572" extrusionOk="0">
                  <a:moveTo>
                    <a:pt x="584" y="0"/>
                  </a:moveTo>
                  <a:cubicBezTo>
                    <a:pt x="280" y="0"/>
                    <a:pt x="1" y="414"/>
                    <a:pt x="306" y="681"/>
                  </a:cubicBezTo>
                  <a:cubicBezTo>
                    <a:pt x="1851" y="2226"/>
                    <a:pt x="3845" y="3273"/>
                    <a:pt x="6038" y="3572"/>
                  </a:cubicBezTo>
                  <a:lnTo>
                    <a:pt x="6088" y="3572"/>
                  </a:lnTo>
                  <a:cubicBezTo>
                    <a:pt x="6537" y="3522"/>
                    <a:pt x="6587" y="2874"/>
                    <a:pt x="6138" y="2774"/>
                  </a:cubicBezTo>
                  <a:cubicBezTo>
                    <a:pt x="4144" y="2525"/>
                    <a:pt x="2300" y="1578"/>
                    <a:pt x="855" y="133"/>
                  </a:cubicBezTo>
                  <a:cubicBezTo>
                    <a:pt x="773" y="39"/>
                    <a:pt x="677" y="0"/>
                    <a:pt x="5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23"/>
            <p:cNvSpPr/>
            <p:nvPr/>
          </p:nvSpPr>
          <p:spPr>
            <a:xfrm>
              <a:off x="4309430" y="1748594"/>
              <a:ext cx="552139" cy="248115"/>
            </a:xfrm>
            <a:custGeom>
              <a:avLst/>
              <a:gdLst/>
              <a:ahLst/>
              <a:cxnLst/>
              <a:rect l="l" t="t" r="r" b="b"/>
              <a:pathLst>
                <a:path w="34644" h="15568" extrusionOk="0">
                  <a:moveTo>
                    <a:pt x="17158" y="0"/>
                  </a:moveTo>
                  <a:cubicBezTo>
                    <a:pt x="11749" y="0"/>
                    <a:pt x="5701" y="838"/>
                    <a:pt x="1" y="3455"/>
                  </a:cubicBezTo>
                  <a:lnTo>
                    <a:pt x="1" y="13973"/>
                  </a:lnTo>
                  <a:lnTo>
                    <a:pt x="2344" y="15568"/>
                  </a:lnTo>
                  <a:cubicBezTo>
                    <a:pt x="2344" y="15568"/>
                    <a:pt x="5683" y="12328"/>
                    <a:pt x="5833" y="5001"/>
                  </a:cubicBezTo>
                  <a:cubicBezTo>
                    <a:pt x="5833" y="5001"/>
                    <a:pt x="8045" y="5959"/>
                    <a:pt x="10160" y="5959"/>
                  </a:cubicBezTo>
                  <a:cubicBezTo>
                    <a:pt x="11523" y="5959"/>
                    <a:pt x="12845" y="5561"/>
                    <a:pt x="13509" y="4253"/>
                  </a:cubicBezTo>
                  <a:cubicBezTo>
                    <a:pt x="13509" y="4253"/>
                    <a:pt x="16633" y="5627"/>
                    <a:pt x="19409" y="5627"/>
                  </a:cubicBezTo>
                  <a:cubicBezTo>
                    <a:pt x="20797" y="5627"/>
                    <a:pt x="22099" y="5283"/>
                    <a:pt x="22880" y="4253"/>
                  </a:cubicBezTo>
                  <a:cubicBezTo>
                    <a:pt x="22880" y="4253"/>
                    <a:pt x="24435" y="5896"/>
                    <a:pt x="26554" y="5896"/>
                  </a:cubicBezTo>
                  <a:cubicBezTo>
                    <a:pt x="27197" y="5896"/>
                    <a:pt x="27892" y="5744"/>
                    <a:pt x="28612" y="5350"/>
                  </a:cubicBezTo>
                  <a:cubicBezTo>
                    <a:pt x="28612" y="5350"/>
                    <a:pt x="28712" y="13275"/>
                    <a:pt x="31902" y="15568"/>
                  </a:cubicBezTo>
                  <a:lnTo>
                    <a:pt x="34643" y="13524"/>
                  </a:lnTo>
                  <a:lnTo>
                    <a:pt x="34394" y="2658"/>
                  </a:lnTo>
                  <a:cubicBezTo>
                    <a:pt x="34394" y="2658"/>
                    <a:pt x="26790" y="0"/>
                    <a:pt x="17158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23"/>
            <p:cNvSpPr/>
            <p:nvPr/>
          </p:nvSpPr>
          <p:spPr>
            <a:xfrm>
              <a:off x="4206952" y="1958905"/>
              <a:ext cx="206566" cy="157351"/>
            </a:xfrm>
            <a:custGeom>
              <a:avLst/>
              <a:gdLst/>
              <a:ahLst/>
              <a:cxnLst/>
              <a:rect l="l" t="t" r="r" b="b"/>
              <a:pathLst>
                <a:path w="12961" h="9873" extrusionOk="0">
                  <a:moveTo>
                    <a:pt x="4809" y="0"/>
                  </a:moveTo>
                  <a:cubicBezTo>
                    <a:pt x="3303" y="0"/>
                    <a:pt x="1999" y="566"/>
                    <a:pt x="1297" y="1674"/>
                  </a:cubicBezTo>
                  <a:cubicBezTo>
                    <a:pt x="1" y="3718"/>
                    <a:pt x="1297" y="6858"/>
                    <a:pt x="4138" y="8652"/>
                  </a:cubicBezTo>
                  <a:cubicBezTo>
                    <a:pt x="5454" y="9469"/>
                    <a:pt x="6863" y="9873"/>
                    <a:pt x="8130" y="9873"/>
                  </a:cubicBezTo>
                  <a:cubicBezTo>
                    <a:pt x="9646" y="9873"/>
                    <a:pt x="10959" y="9295"/>
                    <a:pt x="11665" y="8154"/>
                  </a:cubicBezTo>
                  <a:cubicBezTo>
                    <a:pt x="12961" y="6110"/>
                    <a:pt x="11665" y="3020"/>
                    <a:pt x="8823" y="1225"/>
                  </a:cubicBezTo>
                  <a:cubicBezTo>
                    <a:pt x="7500" y="404"/>
                    <a:pt x="6082" y="0"/>
                    <a:pt x="4809" y="0"/>
                  </a:cubicBezTo>
                  <a:close/>
                </a:path>
              </a:pathLst>
            </a:custGeom>
            <a:solidFill>
              <a:srgbClr val="FFCF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23"/>
            <p:cNvSpPr/>
            <p:nvPr/>
          </p:nvSpPr>
          <p:spPr>
            <a:xfrm>
              <a:off x="4272056" y="1977297"/>
              <a:ext cx="94589" cy="115547"/>
            </a:xfrm>
            <a:custGeom>
              <a:avLst/>
              <a:gdLst/>
              <a:ahLst/>
              <a:cxnLst/>
              <a:rect l="l" t="t" r="r" b="b"/>
              <a:pathLst>
                <a:path w="5935" h="7250" extrusionOk="0">
                  <a:moveTo>
                    <a:pt x="529" y="1"/>
                  </a:moveTo>
                  <a:cubicBezTo>
                    <a:pt x="162" y="1"/>
                    <a:pt x="1" y="589"/>
                    <a:pt x="452" y="769"/>
                  </a:cubicBezTo>
                  <a:cubicBezTo>
                    <a:pt x="1598" y="1068"/>
                    <a:pt x="2645" y="1567"/>
                    <a:pt x="3642" y="2215"/>
                  </a:cubicBezTo>
                  <a:cubicBezTo>
                    <a:pt x="4539" y="2813"/>
                    <a:pt x="5137" y="3860"/>
                    <a:pt x="5137" y="5006"/>
                  </a:cubicBezTo>
                  <a:cubicBezTo>
                    <a:pt x="5137" y="5355"/>
                    <a:pt x="5038" y="5654"/>
                    <a:pt x="4888" y="5953"/>
                  </a:cubicBezTo>
                  <a:cubicBezTo>
                    <a:pt x="4689" y="6252"/>
                    <a:pt x="4439" y="6402"/>
                    <a:pt x="4090" y="6501"/>
                  </a:cubicBezTo>
                  <a:cubicBezTo>
                    <a:pt x="3642" y="6551"/>
                    <a:pt x="3692" y="7249"/>
                    <a:pt x="4190" y="7249"/>
                  </a:cubicBezTo>
                  <a:lnTo>
                    <a:pt x="4240" y="7249"/>
                  </a:lnTo>
                  <a:cubicBezTo>
                    <a:pt x="4788" y="7149"/>
                    <a:pt x="5237" y="6850"/>
                    <a:pt x="5486" y="6402"/>
                  </a:cubicBezTo>
                  <a:cubicBezTo>
                    <a:pt x="5785" y="6003"/>
                    <a:pt x="5935" y="5505"/>
                    <a:pt x="5935" y="5006"/>
                  </a:cubicBezTo>
                  <a:cubicBezTo>
                    <a:pt x="5935" y="3660"/>
                    <a:pt x="5237" y="2364"/>
                    <a:pt x="4090" y="1567"/>
                  </a:cubicBezTo>
                  <a:cubicBezTo>
                    <a:pt x="3044" y="869"/>
                    <a:pt x="1897" y="321"/>
                    <a:pt x="651" y="22"/>
                  </a:cubicBezTo>
                  <a:cubicBezTo>
                    <a:pt x="608" y="7"/>
                    <a:pt x="567" y="1"/>
                    <a:pt x="52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23"/>
            <p:cNvSpPr/>
            <p:nvPr/>
          </p:nvSpPr>
          <p:spPr>
            <a:xfrm>
              <a:off x="4284806" y="2009889"/>
              <a:ext cx="65312" cy="55941"/>
            </a:xfrm>
            <a:custGeom>
              <a:avLst/>
              <a:gdLst/>
              <a:ahLst/>
              <a:cxnLst/>
              <a:rect l="l" t="t" r="r" b="b"/>
              <a:pathLst>
                <a:path w="4098" h="3510" extrusionOk="0">
                  <a:moveTo>
                    <a:pt x="3616" y="1"/>
                  </a:moveTo>
                  <a:cubicBezTo>
                    <a:pt x="3577" y="1"/>
                    <a:pt x="3535" y="7"/>
                    <a:pt x="3490" y="20"/>
                  </a:cubicBezTo>
                  <a:cubicBezTo>
                    <a:pt x="1945" y="369"/>
                    <a:pt x="649" y="1466"/>
                    <a:pt x="100" y="3011"/>
                  </a:cubicBezTo>
                  <a:cubicBezTo>
                    <a:pt x="1" y="3210"/>
                    <a:pt x="100" y="3410"/>
                    <a:pt x="300" y="3509"/>
                  </a:cubicBezTo>
                  <a:lnTo>
                    <a:pt x="449" y="3509"/>
                  </a:lnTo>
                  <a:cubicBezTo>
                    <a:pt x="599" y="3509"/>
                    <a:pt x="748" y="3410"/>
                    <a:pt x="798" y="3260"/>
                  </a:cubicBezTo>
                  <a:cubicBezTo>
                    <a:pt x="1297" y="1964"/>
                    <a:pt x="2343" y="1067"/>
                    <a:pt x="3689" y="768"/>
                  </a:cubicBezTo>
                  <a:cubicBezTo>
                    <a:pt x="4097" y="632"/>
                    <a:pt x="4010" y="1"/>
                    <a:pt x="361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23"/>
            <p:cNvSpPr/>
            <p:nvPr/>
          </p:nvSpPr>
          <p:spPr>
            <a:xfrm>
              <a:off x="4765433" y="1958905"/>
              <a:ext cx="206550" cy="157351"/>
            </a:xfrm>
            <a:custGeom>
              <a:avLst/>
              <a:gdLst/>
              <a:ahLst/>
              <a:cxnLst/>
              <a:rect l="l" t="t" r="r" b="b"/>
              <a:pathLst>
                <a:path w="12960" h="9873" extrusionOk="0">
                  <a:moveTo>
                    <a:pt x="8176" y="0"/>
                  </a:moveTo>
                  <a:cubicBezTo>
                    <a:pt x="6904" y="0"/>
                    <a:pt x="5488" y="404"/>
                    <a:pt x="4187" y="1225"/>
                  </a:cubicBezTo>
                  <a:cubicBezTo>
                    <a:pt x="1296" y="3020"/>
                    <a:pt x="0" y="6110"/>
                    <a:pt x="1296" y="8154"/>
                  </a:cubicBezTo>
                  <a:cubicBezTo>
                    <a:pt x="2002" y="9295"/>
                    <a:pt x="3315" y="9873"/>
                    <a:pt x="4831" y="9873"/>
                  </a:cubicBezTo>
                  <a:cubicBezTo>
                    <a:pt x="6098" y="9873"/>
                    <a:pt x="7507" y="9469"/>
                    <a:pt x="8823" y="8652"/>
                  </a:cubicBezTo>
                  <a:cubicBezTo>
                    <a:pt x="11664" y="6858"/>
                    <a:pt x="12960" y="3718"/>
                    <a:pt x="11664" y="1674"/>
                  </a:cubicBezTo>
                  <a:cubicBezTo>
                    <a:pt x="10988" y="566"/>
                    <a:pt x="9683" y="0"/>
                    <a:pt x="8176" y="0"/>
                  </a:cubicBezTo>
                  <a:close/>
                </a:path>
              </a:pathLst>
            </a:custGeom>
            <a:solidFill>
              <a:srgbClr val="FFCF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23"/>
            <p:cNvSpPr/>
            <p:nvPr/>
          </p:nvSpPr>
          <p:spPr>
            <a:xfrm>
              <a:off x="4813087" y="1977425"/>
              <a:ext cx="92167" cy="115419"/>
            </a:xfrm>
            <a:custGeom>
              <a:avLst/>
              <a:gdLst/>
              <a:ahLst/>
              <a:cxnLst/>
              <a:rect l="l" t="t" r="r" b="b"/>
              <a:pathLst>
                <a:path w="5783" h="7242" extrusionOk="0">
                  <a:moveTo>
                    <a:pt x="5340" y="1"/>
                  </a:moveTo>
                  <a:cubicBezTo>
                    <a:pt x="5304" y="1"/>
                    <a:pt x="5269" y="5"/>
                    <a:pt x="5235" y="14"/>
                  </a:cubicBezTo>
                  <a:cubicBezTo>
                    <a:pt x="4038" y="313"/>
                    <a:pt x="2842" y="861"/>
                    <a:pt x="1795" y="1559"/>
                  </a:cubicBezTo>
                  <a:cubicBezTo>
                    <a:pt x="699" y="2356"/>
                    <a:pt x="1" y="3652"/>
                    <a:pt x="1" y="4998"/>
                  </a:cubicBezTo>
                  <a:cubicBezTo>
                    <a:pt x="1" y="5497"/>
                    <a:pt x="150" y="5995"/>
                    <a:pt x="400" y="6394"/>
                  </a:cubicBezTo>
                  <a:cubicBezTo>
                    <a:pt x="699" y="6842"/>
                    <a:pt x="1147" y="7141"/>
                    <a:pt x="1646" y="7241"/>
                  </a:cubicBezTo>
                  <a:lnTo>
                    <a:pt x="1745" y="7241"/>
                  </a:lnTo>
                  <a:cubicBezTo>
                    <a:pt x="2244" y="7241"/>
                    <a:pt x="2294" y="6543"/>
                    <a:pt x="1845" y="6493"/>
                  </a:cubicBezTo>
                  <a:cubicBezTo>
                    <a:pt x="1496" y="6394"/>
                    <a:pt x="1247" y="6244"/>
                    <a:pt x="1048" y="5945"/>
                  </a:cubicBezTo>
                  <a:cubicBezTo>
                    <a:pt x="848" y="5646"/>
                    <a:pt x="748" y="5347"/>
                    <a:pt x="748" y="4998"/>
                  </a:cubicBezTo>
                  <a:cubicBezTo>
                    <a:pt x="798" y="3852"/>
                    <a:pt x="1347" y="2805"/>
                    <a:pt x="2294" y="2207"/>
                  </a:cubicBezTo>
                  <a:cubicBezTo>
                    <a:pt x="3241" y="1559"/>
                    <a:pt x="4337" y="1060"/>
                    <a:pt x="5484" y="761"/>
                  </a:cubicBezTo>
                  <a:cubicBezTo>
                    <a:pt x="5683" y="662"/>
                    <a:pt x="5783" y="462"/>
                    <a:pt x="5733" y="263"/>
                  </a:cubicBezTo>
                  <a:cubicBezTo>
                    <a:pt x="5692" y="98"/>
                    <a:pt x="5514" y="1"/>
                    <a:pt x="5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23"/>
            <p:cNvSpPr/>
            <p:nvPr/>
          </p:nvSpPr>
          <p:spPr>
            <a:xfrm>
              <a:off x="4829773" y="2009252"/>
              <a:ext cx="64372" cy="56578"/>
            </a:xfrm>
            <a:custGeom>
              <a:avLst/>
              <a:gdLst/>
              <a:ahLst/>
              <a:cxnLst/>
              <a:rect l="l" t="t" r="r" b="b"/>
              <a:pathLst>
                <a:path w="4039" h="3550" extrusionOk="0">
                  <a:moveTo>
                    <a:pt x="453" y="1"/>
                  </a:moveTo>
                  <a:cubicBezTo>
                    <a:pt x="251" y="1"/>
                    <a:pt x="100" y="136"/>
                    <a:pt x="100" y="309"/>
                  </a:cubicBezTo>
                  <a:cubicBezTo>
                    <a:pt x="1" y="509"/>
                    <a:pt x="150" y="758"/>
                    <a:pt x="349" y="758"/>
                  </a:cubicBezTo>
                  <a:cubicBezTo>
                    <a:pt x="1695" y="1057"/>
                    <a:pt x="2742" y="2004"/>
                    <a:pt x="3241" y="3250"/>
                  </a:cubicBezTo>
                  <a:cubicBezTo>
                    <a:pt x="3290" y="3400"/>
                    <a:pt x="3440" y="3549"/>
                    <a:pt x="3589" y="3549"/>
                  </a:cubicBezTo>
                  <a:cubicBezTo>
                    <a:pt x="3639" y="3549"/>
                    <a:pt x="3689" y="3500"/>
                    <a:pt x="3739" y="3500"/>
                  </a:cubicBezTo>
                  <a:cubicBezTo>
                    <a:pt x="3938" y="3450"/>
                    <a:pt x="4038" y="3201"/>
                    <a:pt x="3938" y="3001"/>
                  </a:cubicBezTo>
                  <a:cubicBezTo>
                    <a:pt x="3390" y="1506"/>
                    <a:pt x="2094" y="359"/>
                    <a:pt x="549" y="10"/>
                  </a:cubicBezTo>
                  <a:cubicBezTo>
                    <a:pt x="516" y="4"/>
                    <a:pt x="484" y="1"/>
                    <a:pt x="45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23"/>
            <p:cNvSpPr/>
            <p:nvPr/>
          </p:nvSpPr>
          <p:spPr>
            <a:xfrm>
              <a:off x="4136253" y="2324798"/>
              <a:ext cx="906445" cy="1135228"/>
            </a:xfrm>
            <a:custGeom>
              <a:avLst/>
              <a:gdLst/>
              <a:ahLst/>
              <a:cxnLst/>
              <a:rect l="l" t="t" r="r" b="b"/>
              <a:pathLst>
                <a:path w="56875" h="71230" extrusionOk="0">
                  <a:moveTo>
                    <a:pt x="23029" y="0"/>
                  </a:moveTo>
                  <a:cubicBezTo>
                    <a:pt x="23029" y="0"/>
                    <a:pt x="20188" y="698"/>
                    <a:pt x="16749" y="1794"/>
                  </a:cubicBezTo>
                  <a:cubicBezTo>
                    <a:pt x="12412" y="3190"/>
                    <a:pt x="7178" y="5134"/>
                    <a:pt x="5484" y="7078"/>
                  </a:cubicBezTo>
                  <a:cubicBezTo>
                    <a:pt x="3889" y="8823"/>
                    <a:pt x="2493" y="25870"/>
                    <a:pt x="1496" y="41970"/>
                  </a:cubicBezTo>
                  <a:cubicBezTo>
                    <a:pt x="1396" y="43615"/>
                    <a:pt x="1297" y="45260"/>
                    <a:pt x="1197" y="46855"/>
                  </a:cubicBezTo>
                  <a:cubicBezTo>
                    <a:pt x="898" y="51839"/>
                    <a:pt x="649" y="56624"/>
                    <a:pt x="499" y="60562"/>
                  </a:cubicBezTo>
                  <a:cubicBezTo>
                    <a:pt x="449" y="60911"/>
                    <a:pt x="399" y="61260"/>
                    <a:pt x="399" y="61559"/>
                  </a:cubicBezTo>
                  <a:cubicBezTo>
                    <a:pt x="150" y="67391"/>
                    <a:pt x="1" y="71229"/>
                    <a:pt x="1" y="71229"/>
                  </a:cubicBezTo>
                  <a:lnTo>
                    <a:pt x="56874" y="71229"/>
                  </a:lnTo>
                  <a:cubicBezTo>
                    <a:pt x="56874" y="71229"/>
                    <a:pt x="56675" y="66045"/>
                    <a:pt x="56276" y="58568"/>
                  </a:cubicBezTo>
                  <a:cubicBezTo>
                    <a:pt x="56126" y="56176"/>
                    <a:pt x="56027" y="53584"/>
                    <a:pt x="55877" y="50792"/>
                  </a:cubicBezTo>
                  <a:cubicBezTo>
                    <a:pt x="55778" y="49497"/>
                    <a:pt x="55728" y="48151"/>
                    <a:pt x="55628" y="46805"/>
                  </a:cubicBezTo>
                  <a:cubicBezTo>
                    <a:pt x="55528" y="44761"/>
                    <a:pt x="55379" y="42668"/>
                    <a:pt x="55279" y="40524"/>
                  </a:cubicBezTo>
                  <a:cubicBezTo>
                    <a:pt x="54282" y="24873"/>
                    <a:pt x="52886" y="8773"/>
                    <a:pt x="51391" y="7078"/>
                  </a:cubicBezTo>
                  <a:cubicBezTo>
                    <a:pt x="49647" y="5084"/>
                    <a:pt x="44014" y="3041"/>
                    <a:pt x="39528" y="1645"/>
                  </a:cubicBezTo>
                  <a:lnTo>
                    <a:pt x="39478" y="1645"/>
                  </a:lnTo>
                  <a:cubicBezTo>
                    <a:pt x="36188" y="648"/>
                    <a:pt x="33596" y="0"/>
                    <a:pt x="33596" y="0"/>
                  </a:cubicBezTo>
                  <a:cubicBezTo>
                    <a:pt x="32191" y="3334"/>
                    <a:pt x="29717" y="3658"/>
                    <a:pt x="28809" y="3658"/>
                  </a:cubicBezTo>
                  <a:cubicBezTo>
                    <a:pt x="28590" y="3658"/>
                    <a:pt x="28462" y="3639"/>
                    <a:pt x="28462" y="3639"/>
                  </a:cubicBezTo>
                  <a:cubicBezTo>
                    <a:pt x="28462" y="3639"/>
                    <a:pt x="28323" y="3658"/>
                    <a:pt x="28086" y="3658"/>
                  </a:cubicBezTo>
                  <a:cubicBezTo>
                    <a:pt x="27103" y="3658"/>
                    <a:pt x="24435" y="3334"/>
                    <a:pt x="2302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23"/>
            <p:cNvSpPr/>
            <p:nvPr/>
          </p:nvSpPr>
          <p:spPr>
            <a:xfrm>
              <a:off x="4293540" y="3090803"/>
              <a:ext cx="591855" cy="285998"/>
            </a:xfrm>
            <a:custGeom>
              <a:avLst/>
              <a:gdLst/>
              <a:ahLst/>
              <a:cxnLst/>
              <a:rect l="l" t="t" r="r" b="b"/>
              <a:pathLst>
                <a:path w="37136" h="17945" extrusionOk="0">
                  <a:moveTo>
                    <a:pt x="18568" y="0"/>
                  </a:moveTo>
                  <a:cubicBezTo>
                    <a:pt x="15204" y="0"/>
                    <a:pt x="11839" y="362"/>
                    <a:pt x="8525" y="1085"/>
                  </a:cubicBezTo>
                  <a:cubicBezTo>
                    <a:pt x="8525" y="1085"/>
                    <a:pt x="7577" y="7365"/>
                    <a:pt x="1197" y="8312"/>
                  </a:cubicBezTo>
                  <a:lnTo>
                    <a:pt x="1" y="17085"/>
                  </a:lnTo>
                  <a:cubicBezTo>
                    <a:pt x="6182" y="17658"/>
                    <a:pt x="12375" y="17945"/>
                    <a:pt x="18568" y="17945"/>
                  </a:cubicBezTo>
                  <a:cubicBezTo>
                    <a:pt x="24762" y="17945"/>
                    <a:pt x="30955" y="17658"/>
                    <a:pt x="37136" y="17085"/>
                  </a:cubicBezTo>
                  <a:lnTo>
                    <a:pt x="35939" y="8312"/>
                  </a:lnTo>
                  <a:cubicBezTo>
                    <a:pt x="29559" y="7315"/>
                    <a:pt x="28612" y="1085"/>
                    <a:pt x="28612" y="1085"/>
                  </a:cubicBezTo>
                  <a:cubicBezTo>
                    <a:pt x="25297" y="362"/>
                    <a:pt x="21933" y="0"/>
                    <a:pt x="18568" y="0"/>
                  </a:cubicBezTo>
                  <a:close/>
                </a:path>
              </a:pathLst>
            </a:custGeom>
            <a:solidFill>
              <a:srgbClr val="73FF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23"/>
            <p:cNvSpPr/>
            <p:nvPr/>
          </p:nvSpPr>
          <p:spPr>
            <a:xfrm>
              <a:off x="4136253" y="3134296"/>
              <a:ext cx="906445" cy="325731"/>
            </a:xfrm>
            <a:custGeom>
              <a:avLst/>
              <a:gdLst/>
              <a:ahLst/>
              <a:cxnLst/>
              <a:rect l="l" t="t" r="r" b="b"/>
              <a:pathLst>
                <a:path w="56875" h="20438" extrusionOk="0">
                  <a:moveTo>
                    <a:pt x="55877" y="0"/>
                  </a:moveTo>
                  <a:cubicBezTo>
                    <a:pt x="51291" y="5384"/>
                    <a:pt x="45260" y="9471"/>
                    <a:pt x="38531" y="11764"/>
                  </a:cubicBezTo>
                  <a:cubicBezTo>
                    <a:pt x="32773" y="13765"/>
                    <a:pt x="26647" y="14629"/>
                    <a:pt x="20536" y="14629"/>
                  </a:cubicBezTo>
                  <a:cubicBezTo>
                    <a:pt x="19188" y="14629"/>
                    <a:pt x="17841" y="14587"/>
                    <a:pt x="16499" y="14505"/>
                  </a:cubicBezTo>
                  <a:cubicBezTo>
                    <a:pt x="10867" y="14157"/>
                    <a:pt x="5035" y="13010"/>
                    <a:pt x="499" y="9770"/>
                  </a:cubicBezTo>
                  <a:cubicBezTo>
                    <a:pt x="449" y="10119"/>
                    <a:pt x="449" y="10468"/>
                    <a:pt x="449" y="10767"/>
                  </a:cubicBezTo>
                  <a:cubicBezTo>
                    <a:pt x="150" y="16599"/>
                    <a:pt x="1" y="20437"/>
                    <a:pt x="1" y="20437"/>
                  </a:cubicBezTo>
                  <a:lnTo>
                    <a:pt x="56874" y="20437"/>
                  </a:lnTo>
                  <a:cubicBezTo>
                    <a:pt x="56874" y="20437"/>
                    <a:pt x="56675" y="15253"/>
                    <a:pt x="56326" y="7776"/>
                  </a:cubicBezTo>
                  <a:cubicBezTo>
                    <a:pt x="56176" y="5384"/>
                    <a:pt x="56027" y="2742"/>
                    <a:pt x="55877" y="0"/>
                  </a:cubicBezTo>
                  <a:close/>
                </a:path>
              </a:pathLst>
            </a:custGeom>
            <a:solidFill>
              <a:srgbClr val="000000">
                <a:alpha val="130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23"/>
            <p:cNvSpPr/>
            <p:nvPr/>
          </p:nvSpPr>
          <p:spPr>
            <a:xfrm>
              <a:off x="4403174" y="2324798"/>
              <a:ext cx="363056" cy="123930"/>
            </a:xfrm>
            <a:custGeom>
              <a:avLst/>
              <a:gdLst/>
              <a:ahLst/>
              <a:cxnLst/>
              <a:rect l="l" t="t" r="r" b="b"/>
              <a:pathLst>
                <a:path w="22780" h="7776" extrusionOk="0">
                  <a:moveTo>
                    <a:pt x="6231" y="0"/>
                  </a:moveTo>
                  <a:cubicBezTo>
                    <a:pt x="6231" y="0"/>
                    <a:pt x="3440" y="698"/>
                    <a:pt x="1" y="1794"/>
                  </a:cubicBezTo>
                  <a:cubicBezTo>
                    <a:pt x="1" y="1794"/>
                    <a:pt x="3490" y="7776"/>
                    <a:pt x="11764" y="7776"/>
                  </a:cubicBezTo>
                  <a:cubicBezTo>
                    <a:pt x="20038" y="7776"/>
                    <a:pt x="22780" y="1645"/>
                    <a:pt x="22780" y="1645"/>
                  </a:cubicBezTo>
                  <a:lnTo>
                    <a:pt x="22730" y="1645"/>
                  </a:lnTo>
                  <a:cubicBezTo>
                    <a:pt x="19440" y="648"/>
                    <a:pt x="16798" y="0"/>
                    <a:pt x="16798" y="0"/>
                  </a:cubicBezTo>
                  <a:cubicBezTo>
                    <a:pt x="15895" y="2143"/>
                    <a:pt x="13760" y="3350"/>
                    <a:pt x="11566" y="3350"/>
                  </a:cubicBezTo>
                  <a:cubicBezTo>
                    <a:pt x="9525" y="3350"/>
                    <a:pt x="7432" y="2306"/>
                    <a:pt x="62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23"/>
            <p:cNvSpPr/>
            <p:nvPr/>
          </p:nvSpPr>
          <p:spPr>
            <a:xfrm>
              <a:off x="4501684" y="2401203"/>
              <a:ext cx="33373" cy="312072"/>
            </a:xfrm>
            <a:custGeom>
              <a:avLst/>
              <a:gdLst/>
              <a:ahLst/>
              <a:cxnLst/>
              <a:rect l="l" t="t" r="r" b="b"/>
              <a:pathLst>
                <a:path w="2094" h="19581" extrusionOk="0">
                  <a:moveTo>
                    <a:pt x="1480" y="1"/>
                  </a:moveTo>
                  <a:cubicBezTo>
                    <a:pt x="1342" y="1"/>
                    <a:pt x="1219" y="83"/>
                    <a:pt x="1147" y="191"/>
                  </a:cubicBezTo>
                  <a:cubicBezTo>
                    <a:pt x="300" y="1835"/>
                    <a:pt x="0" y="3979"/>
                    <a:pt x="250" y="6621"/>
                  </a:cubicBezTo>
                  <a:cubicBezTo>
                    <a:pt x="349" y="7717"/>
                    <a:pt x="499" y="8864"/>
                    <a:pt x="648" y="9861"/>
                  </a:cubicBezTo>
                  <a:cubicBezTo>
                    <a:pt x="798" y="10907"/>
                    <a:pt x="997" y="11954"/>
                    <a:pt x="1097" y="13001"/>
                  </a:cubicBezTo>
                  <a:cubicBezTo>
                    <a:pt x="1296" y="15493"/>
                    <a:pt x="1047" y="17537"/>
                    <a:pt x="300" y="19032"/>
                  </a:cubicBezTo>
                  <a:cubicBezTo>
                    <a:pt x="200" y="19232"/>
                    <a:pt x="300" y="19431"/>
                    <a:pt x="449" y="19531"/>
                  </a:cubicBezTo>
                  <a:cubicBezTo>
                    <a:pt x="499" y="19580"/>
                    <a:pt x="599" y="19580"/>
                    <a:pt x="648" y="19580"/>
                  </a:cubicBezTo>
                  <a:cubicBezTo>
                    <a:pt x="798" y="19580"/>
                    <a:pt x="947" y="19481"/>
                    <a:pt x="997" y="19381"/>
                  </a:cubicBezTo>
                  <a:cubicBezTo>
                    <a:pt x="1795" y="17736"/>
                    <a:pt x="2094" y="15593"/>
                    <a:pt x="1845" y="12951"/>
                  </a:cubicBezTo>
                  <a:cubicBezTo>
                    <a:pt x="1745" y="11854"/>
                    <a:pt x="1595" y="10808"/>
                    <a:pt x="1446" y="9761"/>
                  </a:cubicBezTo>
                  <a:cubicBezTo>
                    <a:pt x="1247" y="8714"/>
                    <a:pt x="1097" y="7667"/>
                    <a:pt x="997" y="6571"/>
                  </a:cubicBezTo>
                  <a:cubicBezTo>
                    <a:pt x="798" y="4079"/>
                    <a:pt x="1047" y="2035"/>
                    <a:pt x="1845" y="539"/>
                  </a:cubicBezTo>
                  <a:cubicBezTo>
                    <a:pt x="1944" y="390"/>
                    <a:pt x="1845" y="141"/>
                    <a:pt x="1645" y="41"/>
                  </a:cubicBezTo>
                  <a:cubicBezTo>
                    <a:pt x="1590" y="13"/>
                    <a:pt x="1534" y="1"/>
                    <a:pt x="14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23"/>
            <p:cNvSpPr/>
            <p:nvPr/>
          </p:nvSpPr>
          <p:spPr>
            <a:xfrm>
              <a:off x="4636738" y="2400932"/>
              <a:ext cx="33373" cy="312343"/>
            </a:xfrm>
            <a:custGeom>
              <a:avLst/>
              <a:gdLst/>
              <a:ahLst/>
              <a:cxnLst/>
              <a:rect l="l" t="t" r="r" b="b"/>
              <a:pathLst>
                <a:path w="2094" h="19598" extrusionOk="0">
                  <a:moveTo>
                    <a:pt x="611" y="1"/>
                  </a:moveTo>
                  <a:cubicBezTo>
                    <a:pt x="345" y="1"/>
                    <a:pt x="81" y="269"/>
                    <a:pt x="249" y="606"/>
                  </a:cubicBezTo>
                  <a:cubicBezTo>
                    <a:pt x="997" y="2102"/>
                    <a:pt x="1296" y="4096"/>
                    <a:pt x="1097" y="6588"/>
                  </a:cubicBezTo>
                  <a:cubicBezTo>
                    <a:pt x="997" y="7684"/>
                    <a:pt x="798" y="8781"/>
                    <a:pt x="648" y="9778"/>
                  </a:cubicBezTo>
                  <a:cubicBezTo>
                    <a:pt x="499" y="10825"/>
                    <a:pt x="349" y="11871"/>
                    <a:pt x="249" y="12968"/>
                  </a:cubicBezTo>
                  <a:cubicBezTo>
                    <a:pt x="0" y="15610"/>
                    <a:pt x="249" y="17753"/>
                    <a:pt x="1097" y="19398"/>
                  </a:cubicBezTo>
                  <a:cubicBezTo>
                    <a:pt x="1147" y="19548"/>
                    <a:pt x="1296" y="19597"/>
                    <a:pt x="1446" y="19597"/>
                  </a:cubicBezTo>
                  <a:lnTo>
                    <a:pt x="1595" y="19597"/>
                  </a:lnTo>
                  <a:cubicBezTo>
                    <a:pt x="1795" y="19498"/>
                    <a:pt x="1894" y="19249"/>
                    <a:pt x="1795" y="19049"/>
                  </a:cubicBezTo>
                  <a:cubicBezTo>
                    <a:pt x="1047" y="17554"/>
                    <a:pt x="798" y="15510"/>
                    <a:pt x="997" y="13018"/>
                  </a:cubicBezTo>
                  <a:cubicBezTo>
                    <a:pt x="1097" y="11971"/>
                    <a:pt x="1246" y="10974"/>
                    <a:pt x="1396" y="9927"/>
                  </a:cubicBezTo>
                  <a:cubicBezTo>
                    <a:pt x="1595" y="8831"/>
                    <a:pt x="1745" y="7784"/>
                    <a:pt x="1844" y="6687"/>
                  </a:cubicBezTo>
                  <a:cubicBezTo>
                    <a:pt x="2094" y="4046"/>
                    <a:pt x="1745" y="1852"/>
                    <a:pt x="947" y="208"/>
                  </a:cubicBezTo>
                  <a:cubicBezTo>
                    <a:pt x="866" y="62"/>
                    <a:pt x="739" y="1"/>
                    <a:pt x="61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23"/>
            <p:cNvSpPr/>
            <p:nvPr/>
          </p:nvSpPr>
          <p:spPr>
            <a:xfrm>
              <a:off x="4351537" y="2891998"/>
              <a:ext cx="448864" cy="313809"/>
            </a:xfrm>
            <a:custGeom>
              <a:avLst/>
              <a:gdLst/>
              <a:ahLst/>
              <a:cxnLst/>
              <a:rect l="l" t="t" r="r" b="b"/>
              <a:pathLst>
                <a:path w="28164" h="19690" extrusionOk="0">
                  <a:moveTo>
                    <a:pt x="5334" y="1"/>
                  </a:moveTo>
                  <a:cubicBezTo>
                    <a:pt x="1994" y="1"/>
                    <a:pt x="698" y="549"/>
                    <a:pt x="350" y="2593"/>
                  </a:cubicBezTo>
                  <a:cubicBezTo>
                    <a:pt x="1" y="4686"/>
                    <a:pt x="1297" y="19690"/>
                    <a:pt x="5434" y="19690"/>
                  </a:cubicBezTo>
                  <a:cubicBezTo>
                    <a:pt x="9571" y="19690"/>
                    <a:pt x="9372" y="10618"/>
                    <a:pt x="9372" y="10618"/>
                  </a:cubicBezTo>
                  <a:lnTo>
                    <a:pt x="9372" y="10618"/>
                  </a:lnTo>
                  <a:cubicBezTo>
                    <a:pt x="10917" y="11066"/>
                    <a:pt x="12499" y="11291"/>
                    <a:pt x="14082" y="11291"/>
                  </a:cubicBezTo>
                  <a:cubicBezTo>
                    <a:pt x="15665" y="11291"/>
                    <a:pt x="17247" y="11066"/>
                    <a:pt x="18792" y="10618"/>
                  </a:cubicBezTo>
                  <a:lnTo>
                    <a:pt x="18792" y="10618"/>
                  </a:lnTo>
                  <a:cubicBezTo>
                    <a:pt x="18792" y="10618"/>
                    <a:pt x="18593" y="19690"/>
                    <a:pt x="22730" y="19690"/>
                  </a:cubicBezTo>
                  <a:cubicBezTo>
                    <a:pt x="26867" y="19690"/>
                    <a:pt x="28163" y="4686"/>
                    <a:pt x="27814" y="2593"/>
                  </a:cubicBezTo>
                  <a:cubicBezTo>
                    <a:pt x="27465" y="549"/>
                    <a:pt x="26169" y="1"/>
                    <a:pt x="22830" y="1"/>
                  </a:cubicBezTo>
                  <a:cubicBezTo>
                    <a:pt x="19766" y="1"/>
                    <a:pt x="19261" y="2098"/>
                    <a:pt x="18929" y="2098"/>
                  </a:cubicBezTo>
                  <a:cubicBezTo>
                    <a:pt x="18899" y="2098"/>
                    <a:pt x="18871" y="2081"/>
                    <a:pt x="18842" y="2044"/>
                  </a:cubicBezTo>
                  <a:cubicBezTo>
                    <a:pt x="18493" y="1646"/>
                    <a:pt x="14057" y="1496"/>
                    <a:pt x="14057" y="1496"/>
                  </a:cubicBezTo>
                  <a:cubicBezTo>
                    <a:pt x="14057" y="1496"/>
                    <a:pt x="9621" y="1646"/>
                    <a:pt x="9272" y="2044"/>
                  </a:cubicBezTo>
                  <a:cubicBezTo>
                    <a:pt x="9247" y="2081"/>
                    <a:pt x="9223" y="2098"/>
                    <a:pt x="9196" y="2098"/>
                  </a:cubicBezTo>
                  <a:cubicBezTo>
                    <a:pt x="8903" y="2098"/>
                    <a:pt x="8398" y="1"/>
                    <a:pt x="5334" y="1"/>
                  </a:cubicBezTo>
                  <a:close/>
                </a:path>
              </a:pathLst>
            </a:custGeom>
            <a:solidFill>
              <a:srgbClr val="1B1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23"/>
            <p:cNvSpPr/>
            <p:nvPr/>
          </p:nvSpPr>
          <p:spPr>
            <a:xfrm>
              <a:off x="4539790" y="2931714"/>
              <a:ext cx="72006" cy="18535"/>
            </a:xfrm>
            <a:custGeom>
              <a:avLst/>
              <a:gdLst/>
              <a:ahLst/>
              <a:cxnLst/>
              <a:rect l="l" t="t" r="r" b="b"/>
              <a:pathLst>
                <a:path w="4518" h="1163" extrusionOk="0">
                  <a:moveTo>
                    <a:pt x="2251" y="1"/>
                  </a:moveTo>
                  <a:cubicBezTo>
                    <a:pt x="1709" y="1"/>
                    <a:pt x="1173" y="51"/>
                    <a:pt x="650" y="150"/>
                  </a:cubicBezTo>
                  <a:cubicBezTo>
                    <a:pt x="1" y="290"/>
                    <a:pt x="215" y="1163"/>
                    <a:pt x="770" y="1163"/>
                  </a:cubicBezTo>
                  <a:cubicBezTo>
                    <a:pt x="811" y="1163"/>
                    <a:pt x="854" y="1158"/>
                    <a:pt x="899" y="1147"/>
                  </a:cubicBezTo>
                  <a:cubicBezTo>
                    <a:pt x="1348" y="1048"/>
                    <a:pt x="1796" y="998"/>
                    <a:pt x="2245" y="998"/>
                  </a:cubicBezTo>
                  <a:cubicBezTo>
                    <a:pt x="2694" y="998"/>
                    <a:pt x="3142" y="1048"/>
                    <a:pt x="3591" y="1098"/>
                  </a:cubicBezTo>
                  <a:cubicBezTo>
                    <a:pt x="3662" y="1123"/>
                    <a:pt x="3728" y="1134"/>
                    <a:pt x="3790" y="1134"/>
                  </a:cubicBezTo>
                  <a:cubicBezTo>
                    <a:pt x="4339" y="1134"/>
                    <a:pt x="4517" y="235"/>
                    <a:pt x="3890" y="101"/>
                  </a:cubicBezTo>
                  <a:lnTo>
                    <a:pt x="3890" y="101"/>
                  </a:lnTo>
                  <a:lnTo>
                    <a:pt x="3890" y="150"/>
                  </a:lnTo>
                  <a:cubicBezTo>
                    <a:pt x="3342" y="51"/>
                    <a:pt x="2793" y="1"/>
                    <a:pt x="22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23"/>
            <p:cNvSpPr/>
            <p:nvPr/>
          </p:nvSpPr>
          <p:spPr>
            <a:xfrm>
              <a:off x="4829773" y="2415355"/>
              <a:ext cx="735643" cy="767422"/>
            </a:xfrm>
            <a:custGeom>
              <a:avLst/>
              <a:gdLst/>
              <a:ahLst/>
              <a:cxnLst/>
              <a:rect l="l" t="t" r="r" b="b"/>
              <a:pathLst>
                <a:path w="46158" h="48152" extrusionOk="0">
                  <a:moveTo>
                    <a:pt x="6132" y="0"/>
                  </a:moveTo>
                  <a:cubicBezTo>
                    <a:pt x="5085" y="5683"/>
                    <a:pt x="6879" y="13309"/>
                    <a:pt x="10667" y="19739"/>
                  </a:cubicBezTo>
                  <a:lnTo>
                    <a:pt x="25721" y="30805"/>
                  </a:lnTo>
                  <a:lnTo>
                    <a:pt x="1" y="37335"/>
                  </a:lnTo>
                  <a:lnTo>
                    <a:pt x="599" y="48151"/>
                  </a:lnTo>
                  <a:cubicBezTo>
                    <a:pt x="599" y="48151"/>
                    <a:pt x="37833" y="46207"/>
                    <a:pt x="42020" y="35640"/>
                  </a:cubicBezTo>
                  <a:cubicBezTo>
                    <a:pt x="46157" y="25073"/>
                    <a:pt x="6132" y="1"/>
                    <a:pt x="6132" y="0"/>
                  </a:cubicBezTo>
                  <a:close/>
                </a:path>
              </a:pathLst>
            </a:custGeom>
            <a:solidFill>
              <a:srgbClr val="73FF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23"/>
            <p:cNvSpPr/>
            <p:nvPr/>
          </p:nvSpPr>
          <p:spPr>
            <a:xfrm>
              <a:off x="4558883" y="2915155"/>
              <a:ext cx="380540" cy="267718"/>
            </a:xfrm>
            <a:custGeom>
              <a:avLst/>
              <a:gdLst/>
              <a:ahLst/>
              <a:cxnLst/>
              <a:rect l="l" t="t" r="r" b="b"/>
              <a:pathLst>
                <a:path w="23877" h="16798" extrusionOk="0">
                  <a:moveTo>
                    <a:pt x="10087" y="0"/>
                  </a:moveTo>
                  <a:cubicBezTo>
                    <a:pt x="9932" y="0"/>
                    <a:pt x="9776" y="14"/>
                    <a:pt x="9620" y="43"/>
                  </a:cubicBezTo>
                  <a:cubicBezTo>
                    <a:pt x="8374" y="242"/>
                    <a:pt x="7078" y="1189"/>
                    <a:pt x="6032" y="1788"/>
                  </a:cubicBezTo>
                  <a:cubicBezTo>
                    <a:pt x="5085" y="2286"/>
                    <a:pt x="0" y="4878"/>
                    <a:pt x="848" y="6473"/>
                  </a:cubicBezTo>
                  <a:cubicBezTo>
                    <a:pt x="1131" y="6995"/>
                    <a:pt x="1539" y="7178"/>
                    <a:pt x="1972" y="7178"/>
                  </a:cubicBezTo>
                  <a:cubicBezTo>
                    <a:pt x="2987" y="7178"/>
                    <a:pt x="4137" y="6174"/>
                    <a:pt x="4137" y="6174"/>
                  </a:cubicBezTo>
                  <a:lnTo>
                    <a:pt x="4137" y="6174"/>
                  </a:lnTo>
                  <a:cubicBezTo>
                    <a:pt x="4137" y="6174"/>
                    <a:pt x="2692" y="7769"/>
                    <a:pt x="3440" y="9115"/>
                  </a:cubicBezTo>
                  <a:cubicBezTo>
                    <a:pt x="4137" y="10511"/>
                    <a:pt x="7577" y="16193"/>
                    <a:pt x="8424" y="16642"/>
                  </a:cubicBezTo>
                  <a:cubicBezTo>
                    <a:pt x="8505" y="16687"/>
                    <a:pt x="8594" y="16707"/>
                    <a:pt x="8688" y="16707"/>
                  </a:cubicBezTo>
                  <a:cubicBezTo>
                    <a:pt x="9528" y="16707"/>
                    <a:pt x="10817" y="15096"/>
                    <a:pt x="10817" y="15096"/>
                  </a:cubicBezTo>
                  <a:cubicBezTo>
                    <a:pt x="10817" y="15096"/>
                    <a:pt x="14078" y="16798"/>
                    <a:pt x="17260" y="16798"/>
                  </a:cubicBezTo>
                  <a:cubicBezTo>
                    <a:pt x="19415" y="16798"/>
                    <a:pt x="21534" y="16018"/>
                    <a:pt x="22580" y="13402"/>
                  </a:cubicBezTo>
                  <a:cubicBezTo>
                    <a:pt x="23876" y="10112"/>
                    <a:pt x="20985" y="6922"/>
                    <a:pt x="18642" y="4928"/>
                  </a:cubicBezTo>
                  <a:cubicBezTo>
                    <a:pt x="17247" y="3781"/>
                    <a:pt x="15751" y="2735"/>
                    <a:pt x="14156" y="1837"/>
                  </a:cubicBezTo>
                  <a:cubicBezTo>
                    <a:pt x="12987" y="1163"/>
                    <a:pt x="11533" y="0"/>
                    <a:pt x="10087" y="0"/>
                  </a:cubicBezTo>
                  <a:close/>
                </a:path>
              </a:pathLst>
            </a:custGeom>
            <a:solidFill>
              <a:srgbClr val="FFCF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23"/>
            <p:cNvSpPr/>
            <p:nvPr/>
          </p:nvSpPr>
          <p:spPr>
            <a:xfrm>
              <a:off x="3612738" y="2422511"/>
              <a:ext cx="736440" cy="760267"/>
            </a:xfrm>
            <a:custGeom>
              <a:avLst/>
              <a:gdLst/>
              <a:ahLst/>
              <a:cxnLst/>
              <a:rect l="l" t="t" r="r" b="b"/>
              <a:pathLst>
                <a:path w="46208" h="47703" extrusionOk="0">
                  <a:moveTo>
                    <a:pt x="39378" y="0"/>
                  </a:moveTo>
                  <a:cubicBezTo>
                    <a:pt x="39378" y="1"/>
                    <a:pt x="1" y="24624"/>
                    <a:pt x="4188" y="35191"/>
                  </a:cubicBezTo>
                  <a:cubicBezTo>
                    <a:pt x="8375" y="45758"/>
                    <a:pt x="45609" y="47702"/>
                    <a:pt x="45609" y="47702"/>
                  </a:cubicBezTo>
                  <a:lnTo>
                    <a:pt x="46207" y="36886"/>
                  </a:lnTo>
                  <a:lnTo>
                    <a:pt x="20487" y="30356"/>
                  </a:lnTo>
                  <a:lnTo>
                    <a:pt x="35640" y="19091"/>
                  </a:lnTo>
                  <a:cubicBezTo>
                    <a:pt x="39578" y="11813"/>
                    <a:pt x="40026" y="5932"/>
                    <a:pt x="39378" y="0"/>
                  </a:cubicBezTo>
                  <a:close/>
                </a:path>
              </a:pathLst>
            </a:custGeom>
            <a:solidFill>
              <a:srgbClr val="73FF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23"/>
            <p:cNvSpPr/>
            <p:nvPr/>
          </p:nvSpPr>
          <p:spPr>
            <a:xfrm>
              <a:off x="4239528" y="2915155"/>
              <a:ext cx="380540" cy="267559"/>
            </a:xfrm>
            <a:custGeom>
              <a:avLst/>
              <a:gdLst/>
              <a:ahLst/>
              <a:cxnLst/>
              <a:rect l="l" t="t" r="r" b="b"/>
              <a:pathLst>
                <a:path w="23877" h="16788" extrusionOk="0">
                  <a:moveTo>
                    <a:pt x="13788" y="0"/>
                  </a:moveTo>
                  <a:cubicBezTo>
                    <a:pt x="12344" y="0"/>
                    <a:pt x="10890" y="1158"/>
                    <a:pt x="9720" y="1788"/>
                  </a:cubicBezTo>
                  <a:cubicBezTo>
                    <a:pt x="8125" y="2735"/>
                    <a:pt x="6630" y="3732"/>
                    <a:pt x="5234" y="4928"/>
                  </a:cubicBezTo>
                  <a:cubicBezTo>
                    <a:pt x="2941" y="6872"/>
                    <a:pt x="0" y="10062"/>
                    <a:pt x="1296" y="13352"/>
                  </a:cubicBezTo>
                  <a:cubicBezTo>
                    <a:pt x="2348" y="16000"/>
                    <a:pt x="4481" y="16787"/>
                    <a:pt x="6646" y="16787"/>
                  </a:cubicBezTo>
                  <a:cubicBezTo>
                    <a:pt x="9819" y="16787"/>
                    <a:pt x="13060" y="15096"/>
                    <a:pt x="13060" y="15096"/>
                  </a:cubicBezTo>
                  <a:cubicBezTo>
                    <a:pt x="13060" y="15096"/>
                    <a:pt x="14349" y="16707"/>
                    <a:pt x="15189" y="16707"/>
                  </a:cubicBezTo>
                  <a:cubicBezTo>
                    <a:pt x="15283" y="16707"/>
                    <a:pt x="15372" y="16687"/>
                    <a:pt x="15453" y="16642"/>
                  </a:cubicBezTo>
                  <a:cubicBezTo>
                    <a:pt x="16300" y="16193"/>
                    <a:pt x="19739" y="10461"/>
                    <a:pt x="20437" y="9115"/>
                  </a:cubicBezTo>
                  <a:cubicBezTo>
                    <a:pt x="21185" y="7769"/>
                    <a:pt x="19740" y="6124"/>
                    <a:pt x="19739" y="6124"/>
                  </a:cubicBezTo>
                  <a:lnTo>
                    <a:pt x="19739" y="6124"/>
                  </a:lnTo>
                  <a:cubicBezTo>
                    <a:pt x="19740" y="6124"/>
                    <a:pt x="20890" y="7128"/>
                    <a:pt x="21904" y="7128"/>
                  </a:cubicBezTo>
                  <a:cubicBezTo>
                    <a:pt x="22338" y="7128"/>
                    <a:pt x="22746" y="6945"/>
                    <a:pt x="23029" y="6423"/>
                  </a:cubicBezTo>
                  <a:cubicBezTo>
                    <a:pt x="23876" y="4878"/>
                    <a:pt x="18792" y="2236"/>
                    <a:pt x="17845" y="1738"/>
                  </a:cubicBezTo>
                  <a:cubicBezTo>
                    <a:pt x="16798" y="1140"/>
                    <a:pt x="15453" y="242"/>
                    <a:pt x="14256" y="43"/>
                  </a:cubicBezTo>
                  <a:cubicBezTo>
                    <a:pt x="14101" y="14"/>
                    <a:pt x="13945" y="0"/>
                    <a:pt x="13788" y="0"/>
                  </a:cubicBezTo>
                  <a:close/>
                </a:path>
              </a:pathLst>
            </a:custGeom>
            <a:solidFill>
              <a:srgbClr val="FFCF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23"/>
            <p:cNvSpPr/>
            <p:nvPr/>
          </p:nvSpPr>
          <p:spPr>
            <a:xfrm>
              <a:off x="3671531" y="3309624"/>
              <a:ext cx="1836685" cy="1073502"/>
            </a:xfrm>
            <a:custGeom>
              <a:avLst/>
              <a:gdLst/>
              <a:ahLst/>
              <a:cxnLst/>
              <a:rect l="l" t="t" r="r" b="b"/>
              <a:pathLst>
                <a:path w="115243" h="67357" extrusionOk="0">
                  <a:moveTo>
                    <a:pt x="21169" y="0"/>
                  </a:moveTo>
                  <a:cubicBezTo>
                    <a:pt x="18265" y="0"/>
                    <a:pt x="15293" y="643"/>
                    <a:pt x="12461" y="2308"/>
                  </a:cubicBezTo>
                  <a:cubicBezTo>
                    <a:pt x="0" y="9635"/>
                    <a:pt x="25521" y="67356"/>
                    <a:pt x="25521" y="67356"/>
                  </a:cubicBezTo>
                  <a:lnTo>
                    <a:pt x="39129" y="64515"/>
                  </a:lnTo>
                  <a:lnTo>
                    <a:pt x="33097" y="28676"/>
                  </a:lnTo>
                  <a:lnTo>
                    <a:pt x="33097" y="28676"/>
                  </a:lnTo>
                  <a:cubicBezTo>
                    <a:pt x="36537" y="29972"/>
                    <a:pt x="40126" y="30919"/>
                    <a:pt x="43714" y="31518"/>
                  </a:cubicBezTo>
                  <a:cubicBezTo>
                    <a:pt x="48300" y="32265"/>
                    <a:pt x="52936" y="32664"/>
                    <a:pt x="57621" y="32664"/>
                  </a:cubicBezTo>
                  <a:cubicBezTo>
                    <a:pt x="72624" y="32664"/>
                    <a:pt x="82095" y="28677"/>
                    <a:pt x="82095" y="28676"/>
                  </a:cubicBezTo>
                  <a:lnTo>
                    <a:pt x="82095" y="28676"/>
                  </a:lnTo>
                  <a:lnTo>
                    <a:pt x="76064" y="64515"/>
                  </a:lnTo>
                  <a:lnTo>
                    <a:pt x="89672" y="67356"/>
                  </a:lnTo>
                  <a:cubicBezTo>
                    <a:pt x="89672" y="67356"/>
                    <a:pt x="115242" y="9635"/>
                    <a:pt x="102731" y="2308"/>
                  </a:cubicBezTo>
                  <a:cubicBezTo>
                    <a:pt x="99900" y="643"/>
                    <a:pt x="96930" y="0"/>
                    <a:pt x="94030" y="0"/>
                  </a:cubicBezTo>
                  <a:cubicBezTo>
                    <a:pt x="84167" y="0"/>
                    <a:pt x="75117" y="7442"/>
                    <a:pt x="75117" y="7442"/>
                  </a:cubicBezTo>
                  <a:cubicBezTo>
                    <a:pt x="68807" y="8769"/>
                    <a:pt x="62724" y="9442"/>
                    <a:pt x="56867" y="9442"/>
                  </a:cubicBezTo>
                  <a:cubicBezTo>
                    <a:pt x="51064" y="9442"/>
                    <a:pt x="45484" y="8782"/>
                    <a:pt x="40126" y="7442"/>
                  </a:cubicBezTo>
                  <a:cubicBezTo>
                    <a:pt x="40126" y="7442"/>
                    <a:pt x="31046" y="0"/>
                    <a:pt x="2116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23"/>
            <p:cNvSpPr/>
            <p:nvPr/>
          </p:nvSpPr>
          <p:spPr>
            <a:xfrm>
              <a:off x="4160876" y="3552161"/>
              <a:ext cx="207363" cy="259781"/>
            </a:xfrm>
            <a:custGeom>
              <a:avLst/>
              <a:gdLst/>
              <a:ahLst/>
              <a:cxnLst/>
              <a:rect l="l" t="t" r="r" b="b"/>
              <a:pathLst>
                <a:path w="13011" h="16300" extrusionOk="0">
                  <a:moveTo>
                    <a:pt x="1" y="0"/>
                  </a:moveTo>
                  <a:lnTo>
                    <a:pt x="2393" y="13458"/>
                  </a:lnTo>
                  <a:cubicBezTo>
                    <a:pt x="5833" y="14754"/>
                    <a:pt x="9372" y="15701"/>
                    <a:pt x="13010" y="16300"/>
                  </a:cubicBezTo>
                  <a:cubicBezTo>
                    <a:pt x="2742" y="11913"/>
                    <a:pt x="150" y="748"/>
                    <a:pt x="1" y="0"/>
                  </a:cubicBezTo>
                  <a:close/>
                </a:path>
              </a:pathLst>
            </a:custGeom>
            <a:solidFill>
              <a:srgbClr val="000000">
                <a:alpha val="130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23"/>
            <p:cNvSpPr/>
            <p:nvPr/>
          </p:nvSpPr>
          <p:spPr>
            <a:xfrm>
              <a:off x="4810712" y="3552161"/>
              <a:ext cx="207347" cy="259781"/>
            </a:xfrm>
            <a:custGeom>
              <a:avLst/>
              <a:gdLst/>
              <a:ahLst/>
              <a:cxnLst/>
              <a:rect l="l" t="t" r="r" b="b"/>
              <a:pathLst>
                <a:path w="13010" h="16300" extrusionOk="0">
                  <a:moveTo>
                    <a:pt x="13010" y="0"/>
                  </a:moveTo>
                  <a:lnTo>
                    <a:pt x="12984" y="145"/>
                  </a:lnTo>
                  <a:lnTo>
                    <a:pt x="12984" y="145"/>
                  </a:lnTo>
                  <a:cubicBezTo>
                    <a:pt x="12997" y="80"/>
                    <a:pt x="13006" y="31"/>
                    <a:pt x="13010" y="0"/>
                  </a:cubicBezTo>
                  <a:close/>
                  <a:moveTo>
                    <a:pt x="12984" y="145"/>
                  </a:moveTo>
                  <a:cubicBezTo>
                    <a:pt x="12678" y="1661"/>
                    <a:pt x="9843" y="12095"/>
                    <a:pt x="0" y="16300"/>
                  </a:cubicBezTo>
                  <a:cubicBezTo>
                    <a:pt x="3639" y="15701"/>
                    <a:pt x="7178" y="14754"/>
                    <a:pt x="10617" y="13458"/>
                  </a:cubicBezTo>
                  <a:lnTo>
                    <a:pt x="12984" y="145"/>
                  </a:lnTo>
                  <a:close/>
                </a:path>
              </a:pathLst>
            </a:custGeom>
            <a:solidFill>
              <a:srgbClr val="000000">
                <a:alpha val="130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23"/>
            <p:cNvSpPr/>
            <p:nvPr/>
          </p:nvSpPr>
          <p:spPr>
            <a:xfrm>
              <a:off x="3897923" y="4337832"/>
              <a:ext cx="430599" cy="401976"/>
            </a:xfrm>
            <a:custGeom>
              <a:avLst/>
              <a:gdLst/>
              <a:ahLst/>
              <a:cxnLst/>
              <a:rect l="l" t="t" r="r" b="b"/>
              <a:pathLst>
                <a:path w="27018" h="25222" extrusionOk="0">
                  <a:moveTo>
                    <a:pt x="24874" y="0"/>
                  </a:moveTo>
                  <a:lnTo>
                    <a:pt x="11266" y="2891"/>
                  </a:lnTo>
                  <a:cubicBezTo>
                    <a:pt x="11266" y="2891"/>
                    <a:pt x="699" y="16449"/>
                    <a:pt x="151" y="22431"/>
                  </a:cubicBezTo>
                  <a:cubicBezTo>
                    <a:pt x="1" y="23228"/>
                    <a:pt x="200" y="24026"/>
                    <a:pt x="749" y="24624"/>
                  </a:cubicBezTo>
                  <a:cubicBezTo>
                    <a:pt x="1202" y="25036"/>
                    <a:pt x="1836" y="25221"/>
                    <a:pt x="2611" y="25221"/>
                  </a:cubicBezTo>
                  <a:cubicBezTo>
                    <a:pt x="9417" y="25221"/>
                    <a:pt x="27017" y="10916"/>
                    <a:pt x="27017" y="10916"/>
                  </a:cubicBezTo>
                  <a:lnTo>
                    <a:pt x="26469" y="8175"/>
                  </a:lnTo>
                  <a:lnTo>
                    <a:pt x="24874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23"/>
            <p:cNvSpPr/>
            <p:nvPr/>
          </p:nvSpPr>
          <p:spPr>
            <a:xfrm>
              <a:off x="3897923" y="4468105"/>
              <a:ext cx="430599" cy="271703"/>
            </a:xfrm>
            <a:custGeom>
              <a:avLst/>
              <a:gdLst/>
              <a:ahLst/>
              <a:cxnLst/>
              <a:rect l="l" t="t" r="r" b="b"/>
              <a:pathLst>
                <a:path w="27018" h="17048" extrusionOk="0">
                  <a:moveTo>
                    <a:pt x="26469" y="1"/>
                  </a:moveTo>
                  <a:cubicBezTo>
                    <a:pt x="23578" y="2144"/>
                    <a:pt x="9721" y="12213"/>
                    <a:pt x="5733" y="14057"/>
                  </a:cubicBezTo>
                  <a:cubicBezTo>
                    <a:pt x="4518" y="14630"/>
                    <a:pt x="3462" y="14834"/>
                    <a:pt x="2573" y="14834"/>
                  </a:cubicBezTo>
                  <a:cubicBezTo>
                    <a:pt x="1529" y="14834"/>
                    <a:pt x="716" y="14553"/>
                    <a:pt x="151" y="14257"/>
                  </a:cubicBezTo>
                  <a:lnTo>
                    <a:pt x="151" y="14257"/>
                  </a:lnTo>
                  <a:cubicBezTo>
                    <a:pt x="1" y="15054"/>
                    <a:pt x="200" y="15852"/>
                    <a:pt x="749" y="16450"/>
                  </a:cubicBezTo>
                  <a:cubicBezTo>
                    <a:pt x="1202" y="16862"/>
                    <a:pt x="1836" y="17047"/>
                    <a:pt x="2611" y="17047"/>
                  </a:cubicBezTo>
                  <a:cubicBezTo>
                    <a:pt x="9417" y="17047"/>
                    <a:pt x="27017" y="2742"/>
                    <a:pt x="27017" y="2742"/>
                  </a:cubicBezTo>
                  <a:lnTo>
                    <a:pt x="26469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23"/>
            <p:cNvSpPr/>
            <p:nvPr/>
          </p:nvSpPr>
          <p:spPr>
            <a:xfrm>
              <a:off x="4036946" y="4449044"/>
              <a:ext cx="29421" cy="19874"/>
            </a:xfrm>
            <a:custGeom>
              <a:avLst/>
              <a:gdLst/>
              <a:ahLst/>
              <a:cxnLst/>
              <a:rect l="l" t="t" r="r" b="b"/>
              <a:pathLst>
                <a:path w="1846" h="1247" extrusionOk="0">
                  <a:moveTo>
                    <a:pt x="499" y="1"/>
                  </a:moveTo>
                  <a:cubicBezTo>
                    <a:pt x="400" y="1"/>
                    <a:pt x="350" y="50"/>
                    <a:pt x="300" y="100"/>
                  </a:cubicBezTo>
                  <a:cubicBezTo>
                    <a:pt x="150" y="150"/>
                    <a:pt x="101" y="250"/>
                    <a:pt x="51" y="399"/>
                  </a:cubicBezTo>
                  <a:cubicBezTo>
                    <a:pt x="1" y="499"/>
                    <a:pt x="51" y="649"/>
                    <a:pt x="101" y="798"/>
                  </a:cubicBezTo>
                  <a:cubicBezTo>
                    <a:pt x="200" y="898"/>
                    <a:pt x="300" y="998"/>
                    <a:pt x="400" y="998"/>
                  </a:cubicBezTo>
                  <a:lnTo>
                    <a:pt x="1147" y="1247"/>
                  </a:lnTo>
                  <a:lnTo>
                    <a:pt x="1347" y="1247"/>
                  </a:lnTo>
                  <a:cubicBezTo>
                    <a:pt x="1446" y="1247"/>
                    <a:pt x="1496" y="1197"/>
                    <a:pt x="1546" y="1197"/>
                  </a:cubicBezTo>
                  <a:cubicBezTo>
                    <a:pt x="1696" y="1097"/>
                    <a:pt x="1745" y="998"/>
                    <a:pt x="1795" y="898"/>
                  </a:cubicBezTo>
                  <a:cubicBezTo>
                    <a:pt x="1845" y="748"/>
                    <a:pt x="1795" y="599"/>
                    <a:pt x="1745" y="499"/>
                  </a:cubicBezTo>
                  <a:cubicBezTo>
                    <a:pt x="1646" y="350"/>
                    <a:pt x="1546" y="300"/>
                    <a:pt x="1446" y="250"/>
                  </a:cubicBezTo>
                  <a:lnTo>
                    <a:pt x="69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23"/>
            <p:cNvSpPr/>
            <p:nvPr/>
          </p:nvSpPr>
          <p:spPr>
            <a:xfrm>
              <a:off x="4022650" y="4476058"/>
              <a:ext cx="33803" cy="20097"/>
            </a:xfrm>
            <a:custGeom>
              <a:avLst/>
              <a:gdLst/>
              <a:ahLst/>
              <a:cxnLst/>
              <a:rect l="l" t="t" r="r" b="b"/>
              <a:pathLst>
                <a:path w="2121" h="1261" extrusionOk="0">
                  <a:moveTo>
                    <a:pt x="699" y="0"/>
                  </a:moveTo>
                  <a:cubicBezTo>
                    <a:pt x="549" y="0"/>
                    <a:pt x="399" y="0"/>
                    <a:pt x="300" y="100"/>
                  </a:cubicBezTo>
                  <a:cubicBezTo>
                    <a:pt x="150" y="150"/>
                    <a:pt x="100" y="250"/>
                    <a:pt x="51" y="399"/>
                  </a:cubicBezTo>
                  <a:cubicBezTo>
                    <a:pt x="1" y="499"/>
                    <a:pt x="51" y="648"/>
                    <a:pt x="100" y="798"/>
                  </a:cubicBezTo>
                  <a:cubicBezTo>
                    <a:pt x="150" y="898"/>
                    <a:pt x="300" y="997"/>
                    <a:pt x="399" y="997"/>
                  </a:cubicBezTo>
                  <a:lnTo>
                    <a:pt x="1297" y="1246"/>
                  </a:lnTo>
                  <a:cubicBezTo>
                    <a:pt x="1340" y="1256"/>
                    <a:pt x="1382" y="1261"/>
                    <a:pt x="1424" y="1261"/>
                  </a:cubicBezTo>
                  <a:cubicBezTo>
                    <a:pt x="1816" y="1261"/>
                    <a:pt x="2120" y="859"/>
                    <a:pt x="1895" y="499"/>
                  </a:cubicBezTo>
                  <a:cubicBezTo>
                    <a:pt x="1845" y="399"/>
                    <a:pt x="1695" y="299"/>
                    <a:pt x="1596" y="250"/>
                  </a:cubicBezTo>
                  <a:lnTo>
                    <a:pt x="6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23"/>
            <p:cNvSpPr/>
            <p:nvPr/>
          </p:nvSpPr>
          <p:spPr>
            <a:xfrm>
              <a:off x="4007558" y="4502738"/>
              <a:ext cx="31795" cy="19938"/>
            </a:xfrm>
            <a:custGeom>
              <a:avLst/>
              <a:gdLst/>
              <a:ahLst/>
              <a:cxnLst/>
              <a:rect l="l" t="t" r="r" b="b"/>
              <a:pathLst>
                <a:path w="1995" h="1251" extrusionOk="0">
                  <a:moveTo>
                    <a:pt x="551" y="0"/>
                  </a:moveTo>
                  <a:cubicBezTo>
                    <a:pt x="466" y="0"/>
                    <a:pt x="370" y="36"/>
                    <a:pt x="300" y="71"/>
                  </a:cubicBezTo>
                  <a:cubicBezTo>
                    <a:pt x="150" y="121"/>
                    <a:pt x="50" y="270"/>
                    <a:pt x="50" y="370"/>
                  </a:cubicBezTo>
                  <a:cubicBezTo>
                    <a:pt x="1" y="520"/>
                    <a:pt x="1" y="669"/>
                    <a:pt x="100" y="769"/>
                  </a:cubicBezTo>
                  <a:cubicBezTo>
                    <a:pt x="150" y="868"/>
                    <a:pt x="250" y="968"/>
                    <a:pt x="399" y="1018"/>
                  </a:cubicBezTo>
                  <a:lnTo>
                    <a:pt x="1346" y="1217"/>
                  </a:lnTo>
                  <a:cubicBezTo>
                    <a:pt x="1408" y="1238"/>
                    <a:pt x="1462" y="1250"/>
                    <a:pt x="1514" y="1250"/>
                  </a:cubicBezTo>
                  <a:cubicBezTo>
                    <a:pt x="1587" y="1250"/>
                    <a:pt x="1658" y="1226"/>
                    <a:pt x="1745" y="1168"/>
                  </a:cubicBezTo>
                  <a:cubicBezTo>
                    <a:pt x="1845" y="1118"/>
                    <a:pt x="1945" y="1018"/>
                    <a:pt x="1994" y="868"/>
                  </a:cubicBezTo>
                  <a:cubicBezTo>
                    <a:pt x="1994" y="719"/>
                    <a:pt x="1994" y="619"/>
                    <a:pt x="1945" y="470"/>
                  </a:cubicBezTo>
                  <a:cubicBezTo>
                    <a:pt x="1845" y="370"/>
                    <a:pt x="1745" y="270"/>
                    <a:pt x="1646" y="220"/>
                  </a:cubicBezTo>
                  <a:lnTo>
                    <a:pt x="649" y="21"/>
                  </a:lnTo>
                  <a:cubicBezTo>
                    <a:pt x="619" y="6"/>
                    <a:pt x="586" y="0"/>
                    <a:pt x="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23"/>
            <p:cNvSpPr/>
            <p:nvPr/>
          </p:nvSpPr>
          <p:spPr>
            <a:xfrm>
              <a:off x="4850428" y="4337832"/>
              <a:ext cx="430583" cy="401976"/>
            </a:xfrm>
            <a:custGeom>
              <a:avLst/>
              <a:gdLst/>
              <a:ahLst/>
              <a:cxnLst/>
              <a:rect l="l" t="t" r="r" b="b"/>
              <a:pathLst>
                <a:path w="27017" h="25222" extrusionOk="0">
                  <a:moveTo>
                    <a:pt x="2094" y="0"/>
                  </a:moveTo>
                  <a:lnTo>
                    <a:pt x="549" y="8175"/>
                  </a:lnTo>
                  <a:lnTo>
                    <a:pt x="1" y="10916"/>
                  </a:lnTo>
                  <a:cubicBezTo>
                    <a:pt x="1" y="10916"/>
                    <a:pt x="17601" y="25221"/>
                    <a:pt x="24407" y="25221"/>
                  </a:cubicBezTo>
                  <a:cubicBezTo>
                    <a:pt x="25181" y="25221"/>
                    <a:pt x="25816" y="25036"/>
                    <a:pt x="26269" y="24624"/>
                  </a:cubicBezTo>
                  <a:cubicBezTo>
                    <a:pt x="26817" y="24026"/>
                    <a:pt x="27017" y="23228"/>
                    <a:pt x="26867" y="22431"/>
                  </a:cubicBezTo>
                  <a:cubicBezTo>
                    <a:pt x="26369" y="16449"/>
                    <a:pt x="15752" y="2891"/>
                    <a:pt x="15752" y="2891"/>
                  </a:cubicBezTo>
                  <a:lnTo>
                    <a:pt x="2094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23"/>
            <p:cNvSpPr/>
            <p:nvPr/>
          </p:nvSpPr>
          <p:spPr>
            <a:xfrm>
              <a:off x="4850428" y="4468105"/>
              <a:ext cx="430583" cy="271703"/>
            </a:xfrm>
            <a:custGeom>
              <a:avLst/>
              <a:gdLst/>
              <a:ahLst/>
              <a:cxnLst/>
              <a:rect l="l" t="t" r="r" b="b"/>
              <a:pathLst>
                <a:path w="27017" h="17048" extrusionOk="0">
                  <a:moveTo>
                    <a:pt x="549" y="1"/>
                  </a:moveTo>
                  <a:lnTo>
                    <a:pt x="1" y="2742"/>
                  </a:lnTo>
                  <a:cubicBezTo>
                    <a:pt x="1" y="2742"/>
                    <a:pt x="17601" y="17047"/>
                    <a:pt x="24407" y="17047"/>
                  </a:cubicBezTo>
                  <a:cubicBezTo>
                    <a:pt x="25181" y="17047"/>
                    <a:pt x="25816" y="16862"/>
                    <a:pt x="26269" y="16450"/>
                  </a:cubicBezTo>
                  <a:cubicBezTo>
                    <a:pt x="26817" y="15852"/>
                    <a:pt x="27017" y="15054"/>
                    <a:pt x="26867" y="14257"/>
                  </a:cubicBezTo>
                  <a:lnTo>
                    <a:pt x="26867" y="14257"/>
                  </a:lnTo>
                  <a:cubicBezTo>
                    <a:pt x="26302" y="14553"/>
                    <a:pt x="25489" y="14834"/>
                    <a:pt x="24445" y="14834"/>
                  </a:cubicBezTo>
                  <a:cubicBezTo>
                    <a:pt x="23556" y="14834"/>
                    <a:pt x="22499" y="14630"/>
                    <a:pt x="21284" y="14057"/>
                  </a:cubicBezTo>
                  <a:cubicBezTo>
                    <a:pt x="17297" y="12213"/>
                    <a:pt x="3440" y="2144"/>
                    <a:pt x="549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23"/>
            <p:cNvSpPr/>
            <p:nvPr/>
          </p:nvSpPr>
          <p:spPr>
            <a:xfrm>
              <a:off x="5112584" y="4449044"/>
              <a:ext cx="30998" cy="19874"/>
            </a:xfrm>
            <a:custGeom>
              <a:avLst/>
              <a:gdLst/>
              <a:ahLst/>
              <a:cxnLst/>
              <a:rect l="l" t="t" r="r" b="b"/>
              <a:pathLst>
                <a:path w="1945" h="1247" extrusionOk="0">
                  <a:moveTo>
                    <a:pt x="1147" y="1"/>
                  </a:moveTo>
                  <a:lnTo>
                    <a:pt x="399" y="250"/>
                  </a:lnTo>
                  <a:cubicBezTo>
                    <a:pt x="300" y="300"/>
                    <a:pt x="200" y="350"/>
                    <a:pt x="100" y="499"/>
                  </a:cubicBezTo>
                  <a:cubicBezTo>
                    <a:pt x="50" y="599"/>
                    <a:pt x="0" y="748"/>
                    <a:pt x="50" y="898"/>
                  </a:cubicBezTo>
                  <a:cubicBezTo>
                    <a:pt x="100" y="998"/>
                    <a:pt x="200" y="1097"/>
                    <a:pt x="300" y="1197"/>
                  </a:cubicBezTo>
                  <a:cubicBezTo>
                    <a:pt x="349" y="1197"/>
                    <a:pt x="399" y="1247"/>
                    <a:pt x="499" y="1247"/>
                  </a:cubicBezTo>
                  <a:lnTo>
                    <a:pt x="698" y="1247"/>
                  </a:lnTo>
                  <a:lnTo>
                    <a:pt x="1446" y="998"/>
                  </a:lnTo>
                  <a:cubicBezTo>
                    <a:pt x="1895" y="898"/>
                    <a:pt x="1944" y="300"/>
                    <a:pt x="1546" y="100"/>
                  </a:cubicBezTo>
                  <a:cubicBezTo>
                    <a:pt x="1496" y="50"/>
                    <a:pt x="1446" y="1"/>
                    <a:pt x="13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23"/>
            <p:cNvSpPr/>
            <p:nvPr/>
          </p:nvSpPr>
          <p:spPr>
            <a:xfrm>
              <a:off x="5125302" y="4476058"/>
              <a:ext cx="31779" cy="20209"/>
            </a:xfrm>
            <a:custGeom>
              <a:avLst/>
              <a:gdLst/>
              <a:ahLst/>
              <a:cxnLst/>
              <a:rect l="l" t="t" r="r" b="b"/>
              <a:pathLst>
                <a:path w="1994" h="1268" extrusionOk="0">
                  <a:moveTo>
                    <a:pt x="1296" y="0"/>
                  </a:moveTo>
                  <a:lnTo>
                    <a:pt x="349" y="250"/>
                  </a:lnTo>
                  <a:cubicBezTo>
                    <a:pt x="249" y="299"/>
                    <a:pt x="150" y="399"/>
                    <a:pt x="50" y="499"/>
                  </a:cubicBezTo>
                  <a:cubicBezTo>
                    <a:pt x="0" y="598"/>
                    <a:pt x="0" y="748"/>
                    <a:pt x="50" y="898"/>
                  </a:cubicBezTo>
                  <a:cubicBezTo>
                    <a:pt x="50" y="997"/>
                    <a:pt x="150" y="1147"/>
                    <a:pt x="249" y="1197"/>
                  </a:cubicBezTo>
                  <a:cubicBezTo>
                    <a:pt x="355" y="1232"/>
                    <a:pt x="436" y="1267"/>
                    <a:pt x="527" y="1267"/>
                  </a:cubicBezTo>
                  <a:cubicBezTo>
                    <a:pt x="565" y="1267"/>
                    <a:pt x="604" y="1261"/>
                    <a:pt x="648" y="1246"/>
                  </a:cubicBezTo>
                  <a:lnTo>
                    <a:pt x="1545" y="997"/>
                  </a:lnTo>
                  <a:cubicBezTo>
                    <a:pt x="1695" y="997"/>
                    <a:pt x="1794" y="898"/>
                    <a:pt x="1894" y="798"/>
                  </a:cubicBezTo>
                  <a:cubicBezTo>
                    <a:pt x="1994" y="549"/>
                    <a:pt x="1894" y="200"/>
                    <a:pt x="1695" y="100"/>
                  </a:cubicBezTo>
                  <a:cubicBezTo>
                    <a:pt x="1545" y="0"/>
                    <a:pt x="1396" y="0"/>
                    <a:pt x="12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23"/>
            <p:cNvSpPr/>
            <p:nvPr/>
          </p:nvSpPr>
          <p:spPr>
            <a:xfrm>
              <a:off x="5138801" y="4502738"/>
              <a:ext cx="33373" cy="19747"/>
            </a:xfrm>
            <a:custGeom>
              <a:avLst/>
              <a:gdLst/>
              <a:ahLst/>
              <a:cxnLst/>
              <a:rect l="l" t="t" r="r" b="b"/>
              <a:pathLst>
                <a:path w="2094" h="1239" extrusionOk="0">
                  <a:moveTo>
                    <a:pt x="1495" y="0"/>
                  </a:moveTo>
                  <a:cubicBezTo>
                    <a:pt x="1459" y="0"/>
                    <a:pt x="1425" y="6"/>
                    <a:pt x="1396" y="21"/>
                  </a:cubicBezTo>
                  <a:lnTo>
                    <a:pt x="449" y="220"/>
                  </a:lnTo>
                  <a:cubicBezTo>
                    <a:pt x="299" y="270"/>
                    <a:pt x="200" y="370"/>
                    <a:pt x="100" y="470"/>
                  </a:cubicBezTo>
                  <a:cubicBezTo>
                    <a:pt x="0" y="719"/>
                    <a:pt x="50" y="1018"/>
                    <a:pt x="299" y="1168"/>
                  </a:cubicBezTo>
                  <a:cubicBezTo>
                    <a:pt x="405" y="1203"/>
                    <a:pt x="486" y="1238"/>
                    <a:pt x="577" y="1238"/>
                  </a:cubicBezTo>
                  <a:cubicBezTo>
                    <a:pt x="615" y="1238"/>
                    <a:pt x="654" y="1232"/>
                    <a:pt x="698" y="1217"/>
                  </a:cubicBezTo>
                  <a:lnTo>
                    <a:pt x="1645" y="1018"/>
                  </a:lnTo>
                  <a:cubicBezTo>
                    <a:pt x="1944" y="918"/>
                    <a:pt x="2094" y="669"/>
                    <a:pt x="1994" y="370"/>
                  </a:cubicBezTo>
                  <a:cubicBezTo>
                    <a:pt x="1994" y="270"/>
                    <a:pt x="1895" y="121"/>
                    <a:pt x="1795" y="71"/>
                  </a:cubicBezTo>
                  <a:cubicBezTo>
                    <a:pt x="1689" y="36"/>
                    <a:pt x="1583" y="0"/>
                    <a:pt x="14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25" name="Google Shape;425;p23"/>
          <p:cNvSpPr/>
          <p:nvPr/>
        </p:nvSpPr>
        <p:spPr>
          <a:xfrm>
            <a:off x="3256975" y="2012241"/>
            <a:ext cx="251494" cy="1829705"/>
          </a:xfrm>
          <a:custGeom>
            <a:avLst/>
            <a:gdLst/>
            <a:ahLst/>
            <a:cxnLst/>
            <a:rect l="l" t="t" r="r" b="b"/>
            <a:pathLst>
              <a:path w="15780" h="114805" extrusionOk="0">
                <a:moveTo>
                  <a:pt x="14556" y="1"/>
                </a:moveTo>
                <a:cubicBezTo>
                  <a:pt x="14240" y="1"/>
                  <a:pt x="13928" y="165"/>
                  <a:pt x="13757" y="559"/>
                </a:cubicBezTo>
                <a:cubicBezTo>
                  <a:pt x="13708" y="708"/>
                  <a:pt x="7776" y="13768"/>
                  <a:pt x="4436" y="34154"/>
                </a:cubicBezTo>
                <a:cubicBezTo>
                  <a:pt x="1396" y="52996"/>
                  <a:pt x="0" y="82156"/>
                  <a:pt x="10667" y="114206"/>
                </a:cubicBezTo>
                <a:cubicBezTo>
                  <a:pt x="10817" y="114555"/>
                  <a:pt x="11165" y="114804"/>
                  <a:pt x="11564" y="114804"/>
                </a:cubicBezTo>
                <a:cubicBezTo>
                  <a:pt x="11664" y="114804"/>
                  <a:pt x="11813" y="114804"/>
                  <a:pt x="11913" y="114754"/>
                </a:cubicBezTo>
                <a:cubicBezTo>
                  <a:pt x="12362" y="114605"/>
                  <a:pt x="12661" y="114057"/>
                  <a:pt x="12461" y="113558"/>
                </a:cubicBezTo>
                <a:cubicBezTo>
                  <a:pt x="1944" y="81956"/>
                  <a:pt x="3290" y="53146"/>
                  <a:pt x="6281" y="34503"/>
                </a:cubicBezTo>
                <a:cubicBezTo>
                  <a:pt x="9570" y="14316"/>
                  <a:pt x="15402" y="1456"/>
                  <a:pt x="15452" y="1356"/>
                </a:cubicBezTo>
                <a:cubicBezTo>
                  <a:pt x="15780" y="603"/>
                  <a:pt x="15161" y="1"/>
                  <a:pt x="1455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23"/>
          <p:cNvSpPr/>
          <p:nvPr/>
        </p:nvSpPr>
        <p:spPr>
          <a:xfrm>
            <a:off x="5636392" y="2011348"/>
            <a:ext cx="253008" cy="1830597"/>
          </a:xfrm>
          <a:custGeom>
            <a:avLst/>
            <a:gdLst/>
            <a:ahLst/>
            <a:cxnLst/>
            <a:rect l="l" t="t" r="r" b="b"/>
            <a:pathLst>
              <a:path w="15875" h="114861" extrusionOk="0">
                <a:moveTo>
                  <a:pt x="1270" y="1"/>
                </a:moveTo>
                <a:cubicBezTo>
                  <a:pt x="637" y="1"/>
                  <a:pt x="0" y="632"/>
                  <a:pt x="423" y="1412"/>
                </a:cubicBezTo>
                <a:cubicBezTo>
                  <a:pt x="473" y="1512"/>
                  <a:pt x="6305" y="14422"/>
                  <a:pt x="9545" y="34559"/>
                </a:cubicBezTo>
                <a:cubicBezTo>
                  <a:pt x="12585" y="53202"/>
                  <a:pt x="13931" y="82012"/>
                  <a:pt x="3314" y="113664"/>
                </a:cubicBezTo>
                <a:cubicBezTo>
                  <a:pt x="3164" y="114162"/>
                  <a:pt x="3463" y="114661"/>
                  <a:pt x="3962" y="114810"/>
                </a:cubicBezTo>
                <a:cubicBezTo>
                  <a:pt x="4062" y="114860"/>
                  <a:pt x="4161" y="114860"/>
                  <a:pt x="4311" y="114860"/>
                </a:cubicBezTo>
                <a:cubicBezTo>
                  <a:pt x="4660" y="114860"/>
                  <a:pt x="5058" y="114611"/>
                  <a:pt x="5158" y="114262"/>
                </a:cubicBezTo>
                <a:cubicBezTo>
                  <a:pt x="15875" y="82212"/>
                  <a:pt x="14479" y="53052"/>
                  <a:pt x="11389" y="34210"/>
                </a:cubicBezTo>
                <a:cubicBezTo>
                  <a:pt x="8099" y="13824"/>
                  <a:pt x="2167" y="764"/>
                  <a:pt x="2118" y="615"/>
                </a:cubicBezTo>
                <a:cubicBezTo>
                  <a:pt x="1944" y="181"/>
                  <a:pt x="1607" y="1"/>
                  <a:pt x="127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7" name="Google Shape;427;p23"/>
          <p:cNvGrpSpPr/>
          <p:nvPr/>
        </p:nvGrpSpPr>
        <p:grpSpPr>
          <a:xfrm>
            <a:off x="457200" y="2611525"/>
            <a:ext cx="2888754" cy="628500"/>
            <a:chOff x="457200" y="2611525"/>
            <a:chExt cx="2888754" cy="628500"/>
          </a:xfrm>
        </p:grpSpPr>
        <p:cxnSp>
          <p:nvCxnSpPr>
            <p:cNvPr id="428" name="Google Shape;428;p23"/>
            <p:cNvCxnSpPr/>
            <p:nvPr/>
          </p:nvCxnSpPr>
          <p:spPr>
            <a:xfrm>
              <a:off x="2294793" y="2925788"/>
              <a:ext cx="1002900" cy="0"/>
            </a:xfrm>
            <a:prstGeom prst="straightConnector1">
              <a:avLst/>
            </a:prstGeom>
            <a:noFill/>
            <a:ln w="2857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29" name="Google Shape;429;p23"/>
            <p:cNvSpPr/>
            <p:nvPr/>
          </p:nvSpPr>
          <p:spPr>
            <a:xfrm>
              <a:off x="3268084" y="2887236"/>
              <a:ext cx="77871" cy="77074"/>
            </a:xfrm>
            <a:custGeom>
              <a:avLst/>
              <a:gdLst/>
              <a:ahLst/>
              <a:cxnLst/>
              <a:rect l="l" t="t" r="r" b="b"/>
              <a:pathLst>
                <a:path w="4886" h="4836" extrusionOk="0">
                  <a:moveTo>
                    <a:pt x="2443" y="1"/>
                  </a:moveTo>
                  <a:cubicBezTo>
                    <a:pt x="1098" y="1"/>
                    <a:pt x="1" y="1097"/>
                    <a:pt x="1" y="2443"/>
                  </a:cubicBezTo>
                  <a:cubicBezTo>
                    <a:pt x="1" y="3789"/>
                    <a:pt x="1098" y="4836"/>
                    <a:pt x="2443" y="4836"/>
                  </a:cubicBezTo>
                  <a:cubicBezTo>
                    <a:pt x="3789" y="4836"/>
                    <a:pt x="4886" y="3789"/>
                    <a:pt x="4886" y="2443"/>
                  </a:cubicBezTo>
                  <a:cubicBezTo>
                    <a:pt x="4886" y="1097"/>
                    <a:pt x="3789" y="1"/>
                    <a:pt x="24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23"/>
            <p:cNvSpPr/>
            <p:nvPr/>
          </p:nvSpPr>
          <p:spPr>
            <a:xfrm>
              <a:off x="457200" y="2611525"/>
              <a:ext cx="2054100" cy="6285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2857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US" sz="1200" dirty="0"/>
                <a:t>Players answer questions and improve their skills.</a:t>
              </a:r>
              <a:endParaRPr sz="10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31" name="Google Shape;431;p23"/>
          <p:cNvGrpSpPr/>
          <p:nvPr/>
        </p:nvGrpSpPr>
        <p:grpSpPr>
          <a:xfrm>
            <a:off x="457200" y="3521000"/>
            <a:ext cx="3023012" cy="628500"/>
            <a:chOff x="457200" y="3521000"/>
            <a:chExt cx="3023012" cy="628500"/>
          </a:xfrm>
        </p:grpSpPr>
        <p:cxnSp>
          <p:nvCxnSpPr>
            <p:cNvPr id="432" name="Google Shape;432;p23"/>
            <p:cNvCxnSpPr/>
            <p:nvPr/>
          </p:nvCxnSpPr>
          <p:spPr>
            <a:xfrm>
              <a:off x="2294801" y="3835275"/>
              <a:ext cx="1185300" cy="0"/>
            </a:xfrm>
            <a:prstGeom prst="straightConnector1">
              <a:avLst/>
            </a:prstGeom>
            <a:noFill/>
            <a:ln w="2857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33" name="Google Shape;433;p23"/>
            <p:cNvSpPr/>
            <p:nvPr/>
          </p:nvSpPr>
          <p:spPr>
            <a:xfrm>
              <a:off x="3402341" y="3796716"/>
              <a:ext cx="77871" cy="77074"/>
            </a:xfrm>
            <a:custGeom>
              <a:avLst/>
              <a:gdLst/>
              <a:ahLst/>
              <a:cxnLst/>
              <a:rect l="l" t="t" r="r" b="b"/>
              <a:pathLst>
                <a:path w="4886" h="4836" extrusionOk="0">
                  <a:moveTo>
                    <a:pt x="2443" y="1"/>
                  </a:moveTo>
                  <a:cubicBezTo>
                    <a:pt x="1097" y="1"/>
                    <a:pt x="1" y="1047"/>
                    <a:pt x="1" y="2393"/>
                  </a:cubicBezTo>
                  <a:cubicBezTo>
                    <a:pt x="1" y="3739"/>
                    <a:pt x="1097" y="4836"/>
                    <a:pt x="2443" y="4836"/>
                  </a:cubicBezTo>
                  <a:cubicBezTo>
                    <a:pt x="3789" y="4836"/>
                    <a:pt x="4886" y="3739"/>
                    <a:pt x="4886" y="2393"/>
                  </a:cubicBezTo>
                  <a:cubicBezTo>
                    <a:pt x="4886" y="1047"/>
                    <a:pt x="3789" y="1"/>
                    <a:pt x="24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23"/>
            <p:cNvSpPr/>
            <p:nvPr/>
          </p:nvSpPr>
          <p:spPr>
            <a:xfrm>
              <a:off x="457200" y="3521000"/>
              <a:ext cx="2054100" cy="6285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2857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US" sz="1200" dirty="0"/>
                <a:t>Each user can save their progress.</a:t>
              </a:r>
              <a:endParaRPr sz="12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35" name="Google Shape;435;p23"/>
          <p:cNvGrpSpPr/>
          <p:nvPr/>
        </p:nvGrpSpPr>
        <p:grpSpPr>
          <a:xfrm>
            <a:off x="5618494" y="1702050"/>
            <a:ext cx="3068306" cy="628500"/>
            <a:chOff x="5618494" y="1702050"/>
            <a:chExt cx="3068306" cy="628500"/>
          </a:xfrm>
        </p:grpSpPr>
        <p:sp>
          <p:nvSpPr>
            <p:cNvPr id="436" name="Google Shape;436;p23"/>
            <p:cNvSpPr/>
            <p:nvPr/>
          </p:nvSpPr>
          <p:spPr>
            <a:xfrm>
              <a:off x="5618494" y="1977537"/>
              <a:ext cx="90589" cy="77504"/>
            </a:xfrm>
            <a:custGeom>
              <a:avLst/>
              <a:gdLst/>
              <a:ahLst/>
              <a:cxnLst/>
              <a:rect l="l" t="t" r="r" b="b"/>
              <a:pathLst>
                <a:path w="5684" h="4863" extrusionOk="0">
                  <a:moveTo>
                    <a:pt x="2443" y="1"/>
                  </a:moveTo>
                  <a:cubicBezTo>
                    <a:pt x="1097" y="1"/>
                    <a:pt x="1" y="1098"/>
                    <a:pt x="1" y="2443"/>
                  </a:cubicBezTo>
                  <a:cubicBezTo>
                    <a:pt x="1" y="3892"/>
                    <a:pt x="1185" y="4862"/>
                    <a:pt x="2429" y="4862"/>
                  </a:cubicBezTo>
                  <a:cubicBezTo>
                    <a:pt x="3026" y="4862"/>
                    <a:pt x="3637" y="4639"/>
                    <a:pt x="4138" y="4138"/>
                  </a:cubicBezTo>
                  <a:cubicBezTo>
                    <a:pt x="5683" y="2643"/>
                    <a:pt x="4586" y="1"/>
                    <a:pt x="24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37" name="Google Shape;437;p23"/>
            <p:cNvCxnSpPr/>
            <p:nvPr/>
          </p:nvCxnSpPr>
          <p:spPr>
            <a:xfrm rot="10800000">
              <a:off x="5673957" y="2016275"/>
              <a:ext cx="1185300" cy="0"/>
            </a:xfrm>
            <a:prstGeom prst="straightConnector1">
              <a:avLst/>
            </a:prstGeom>
            <a:noFill/>
            <a:ln w="2857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38" name="Google Shape;438;p23"/>
            <p:cNvSpPr/>
            <p:nvPr/>
          </p:nvSpPr>
          <p:spPr>
            <a:xfrm>
              <a:off x="6632700" y="1702050"/>
              <a:ext cx="2054100" cy="6285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2857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>
                <a:buSzPts val="1100"/>
              </a:pPr>
              <a:r>
                <a:rPr lang="en-US" sz="1200" dirty="0"/>
                <a:t>Multiplayer mode makes learning competitive.</a:t>
              </a: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39" name="Google Shape;439;p23"/>
          <p:cNvGrpSpPr/>
          <p:nvPr/>
        </p:nvGrpSpPr>
        <p:grpSpPr>
          <a:xfrm>
            <a:off x="457200" y="1702050"/>
            <a:ext cx="3070681" cy="628500"/>
            <a:chOff x="457200" y="1702050"/>
            <a:chExt cx="3070681" cy="628500"/>
          </a:xfrm>
        </p:grpSpPr>
        <p:cxnSp>
          <p:nvCxnSpPr>
            <p:cNvPr id="440" name="Google Shape;440;p23"/>
            <p:cNvCxnSpPr/>
            <p:nvPr/>
          </p:nvCxnSpPr>
          <p:spPr>
            <a:xfrm>
              <a:off x="2294801" y="2016300"/>
              <a:ext cx="1185300" cy="0"/>
            </a:xfrm>
            <a:prstGeom prst="straightConnector1">
              <a:avLst/>
            </a:prstGeom>
            <a:noFill/>
            <a:ln w="2857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41" name="Google Shape;441;p23"/>
            <p:cNvSpPr/>
            <p:nvPr/>
          </p:nvSpPr>
          <p:spPr>
            <a:xfrm>
              <a:off x="3437292" y="1977537"/>
              <a:ext cx="90589" cy="77504"/>
            </a:xfrm>
            <a:custGeom>
              <a:avLst/>
              <a:gdLst/>
              <a:ahLst/>
              <a:cxnLst/>
              <a:rect l="l" t="t" r="r" b="b"/>
              <a:pathLst>
                <a:path w="5684" h="4863" extrusionOk="0">
                  <a:moveTo>
                    <a:pt x="3241" y="1"/>
                  </a:moveTo>
                  <a:cubicBezTo>
                    <a:pt x="1098" y="1"/>
                    <a:pt x="1" y="2643"/>
                    <a:pt x="1546" y="4138"/>
                  </a:cubicBezTo>
                  <a:cubicBezTo>
                    <a:pt x="2047" y="4639"/>
                    <a:pt x="2658" y="4862"/>
                    <a:pt x="3255" y="4862"/>
                  </a:cubicBezTo>
                  <a:cubicBezTo>
                    <a:pt x="4500" y="4862"/>
                    <a:pt x="5683" y="3892"/>
                    <a:pt x="5683" y="2443"/>
                  </a:cubicBezTo>
                  <a:cubicBezTo>
                    <a:pt x="5683" y="1098"/>
                    <a:pt x="4587" y="1"/>
                    <a:pt x="32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23"/>
            <p:cNvSpPr/>
            <p:nvPr/>
          </p:nvSpPr>
          <p:spPr>
            <a:xfrm>
              <a:off x="457200" y="1702050"/>
              <a:ext cx="2054100" cy="6285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2857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>
                <a:buSzPts val="1100"/>
              </a:pPr>
              <a:r>
                <a:rPr lang="en-US" sz="1200" dirty="0" err="1"/>
                <a:t>Nexora</a:t>
              </a:r>
              <a:r>
                <a:rPr lang="en-US" sz="1200" dirty="0"/>
                <a:t> is an educational game for learning and testing knowledge.</a:t>
              </a: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43" name="Google Shape;443;p23"/>
          <p:cNvGrpSpPr/>
          <p:nvPr/>
        </p:nvGrpSpPr>
        <p:grpSpPr>
          <a:xfrm>
            <a:off x="5800420" y="2611525"/>
            <a:ext cx="2886380" cy="628500"/>
            <a:chOff x="5800420" y="2611525"/>
            <a:chExt cx="2886380" cy="628500"/>
          </a:xfrm>
        </p:grpSpPr>
        <p:sp>
          <p:nvSpPr>
            <p:cNvPr id="444" name="Google Shape;444;p23"/>
            <p:cNvSpPr/>
            <p:nvPr/>
          </p:nvSpPr>
          <p:spPr>
            <a:xfrm>
              <a:off x="5800420" y="2887236"/>
              <a:ext cx="77871" cy="77074"/>
            </a:xfrm>
            <a:custGeom>
              <a:avLst/>
              <a:gdLst/>
              <a:ahLst/>
              <a:cxnLst/>
              <a:rect l="l" t="t" r="r" b="b"/>
              <a:pathLst>
                <a:path w="4886" h="4836" extrusionOk="0">
                  <a:moveTo>
                    <a:pt x="2443" y="1"/>
                  </a:moveTo>
                  <a:cubicBezTo>
                    <a:pt x="1097" y="1"/>
                    <a:pt x="0" y="1097"/>
                    <a:pt x="0" y="2443"/>
                  </a:cubicBezTo>
                  <a:cubicBezTo>
                    <a:pt x="0" y="3789"/>
                    <a:pt x="1097" y="4836"/>
                    <a:pt x="2443" y="4836"/>
                  </a:cubicBezTo>
                  <a:cubicBezTo>
                    <a:pt x="3789" y="4836"/>
                    <a:pt x="4885" y="3789"/>
                    <a:pt x="4885" y="2443"/>
                  </a:cubicBezTo>
                  <a:cubicBezTo>
                    <a:pt x="4885" y="1097"/>
                    <a:pt x="3789" y="1"/>
                    <a:pt x="24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45" name="Google Shape;445;p23"/>
            <p:cNvCxnSpPr/>
            <p:nvPr/>
          </p:nvCxnSpPr>
          <p:spPr>
            <a:xfrm rot="10800000">
              <a:off x="5856366" y="2925763"/>
              <a:ext cx="1002900" cy="0"/>
            </a:xfrm>
            <a:prstGeom prst="straightConnector1">
              <a:avLst/>
            </a:prstGeom>
            <a:noFill/>
            <a:ln w="2857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46" name="Google Shape;446;p23"/>
            <p:cNvSpPr/>
            <p:nvPr/>
          </p:nvSpPr>
          <p:spPr>
            <a:xfrm>
              <a:off x="6632700" y="2611525"/>
              <a:ext cx="2054100" cy="6285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2857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>
                <a:buSzPts val="1100"/>
              </a:pPr>
              <a:r>
                <a:rPr lang="en-US" sz="1200" dirty="0"/>
                <a:t>Players can see scores and achievements.</a:t>
              </a:r>
              <a:endParaRPr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47" name="Google Shape;447;p23"/>
          <p:cNvGrpSpPr/>
          <p:nvPr/>
        </p:nvGrpSpPr>
        <p:grpSpPr>
          <a:xfrm>
            <a:off x="5666163" y="3521001"/>
            <a:ext cx="3020637" cy="628500"/>
            <a:chOff x="5666163" y="3521001"/>
            <a:chExt cx="3020637" cy="628500"/>
          </a:xfrm>
        </p:grpSpPr>
        <p:sp>
          <p:nvSpPr>
            <p:cNvPr id="448" name="Google Shape;448;p23"/>
            <p:cNvSpPr/>
            <p:nvPr/>
          </p:nvSpPr>
          <p:spPr>
            <a:xfrm>
              <a:off x="5666163" y="3796716"/>
              <a:ext cx="77871" cy="77074"/>
            </a:xfrm>
            <a:custGeom>
              <a:avLst/>
              <a:gdLst/>
              <a:ahLst/>
              <a:cxnLst/>
              <a:rect l="l" t="t" r="r" b="b"/>
              <a:pathLst>
                <a:path w="4886" h="4836" extrusionOk="0">
                  <a:moveTo>
                    <a:pt x="2443" y="1"/>
                  </a:moveTo>
                  <a:cubicBezTo>
                    <a:pt x="1097" y="1"/>
                    <a:pt x="0" y="1047"/>
                    <a:pt x="0" y="2393"/>
                  </a:cubicBezTo>
                  <a:cubicBezTo>
                    <a:pt x="0" y="3739"/>
                    <a:pt x="1097" y="4836"/>
                    <a:pt x="2443" y="4836"/>
                  </a:cubicBezTo>
                  <a:cubicBezTo>
                    <a:pt x="3789" y="4836"/>
                    <a:pt x="4885" y="3739"/>
                    <a:pt x="4885" y="2393"/>
                  </a:cubicBezTo>
                  <a:cubicBezTo>
                    <a:pt x="4885" y="1047"/>
                    <a:pt x="3789" y="1"/>
                    <a:pt x="24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49" name="Google Shape;449;p23"/>
            <p:cNvCxnSpPr/>
            <p:nvPr/>
          </p:nvCxnSpPr>
          <p:spPr>
            <a:xfrm rot="10800000">
              <a:off x="5673957" y="3835250"/>
              <a:ext cx="1185300" cy="0"/>
            </a:xfrm>
            <a:prstGeom prst="straightConnector1">
              <a:avLst/>
            </a:prstGeom>
            <a:noFill/>
            <a:ln w="2857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50" name="Google Shape;450;p23"/>
            <p:cNvSpPr/>
            <p:nvPr/>
          </p:nvSpPr>
          <p:spPr>
            <a:xfrm>
              <a:off x="6632700" y="3521001"/>
              <a:ext cx="2054100" cy="6285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2857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>
                <a:buSzPts val="1100"/>
              </a:pPr>
              <a:r>
                <a:rPr lang="en-US" sz="1200" dirty="0" err="1"/>
                <a:t>Nexora</a:t>
              </a:r>
              <a:r>
                <a:rPr lang="en-US" sz="1200" dirty="0"/>
                <a:t> makes studying more enjoyable.</a:t>
              </a: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2E967019-6AC5-C43D-23B6-2890A5107A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955" t="32577" r="11517" b="33756"/>
          <a:stretch>
            <a:fillRect/>
          </a:stretch>
        </p:blipFill>
        <p:spPr>
          <a:xfrm>
            <a:off x="7959531" y="4878583"/>
            <a:ext cx="1159236" cy="2484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7" name="Google Shape;2597;p47"/>
          <p:cNvSpPr txBox="1">
            <a:spLocks noGrp="1"/>
          </p:cNvSpPr>
          <p:nvPr>
            <p:ph type="title"/>
          </p:nvPr>
        </p:nvSpPr>
        <p:spPr>
          <a:xfrm>
            <a:off x="457200" y="158862"/>
            <a:ext cx="8229600" cy="40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/>
              <a:t>Stages of development</a:t>
            </a:r>
            <a:endParaRPr sz="3200" dirty="0"/>
          </a:p>
        </p:txBody>
      </p:sp>
      <p:grpSp>
        <p:nvGrpSpPr>
          <p:cNvPr id="2598" name="Google Shape;2598;p47"/>
          <p:cNvGrpSpPr/>
          <p:nvPr/>
        </p:nvGrpSpPr>
        <p:grpSpPr>
          <a:xfrm>
            <a:off x="949616" y="1922956"/>
            <a:ext cx="7382025" cy="2896536"/>
            <a:chOff x="457200" y="1830713"/>
            <a:chExt cx="7382025" cy="2896536"/>
          </a:xfrm>
        </p:grpSpPr>
        <p:sp>
          <p:nvSpPr>
            <p:cNvPr id="2599" name="Google Shape;2599;p47"/>
            <p:cNvSpPr/>
            <p:nvPr/>
          </p:nvSpPr>
          <p:spPr>
            <a:xfrm>
              <a:off x="1133823" y="3476676"/>
              <a:ext cx="2873400" cy="47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/>
              <a:r>
                <a:rPr lang="en-US" sz="1200" dirty="0"/>
                <a:t>Creating the documentation and presentation</a:t>
              </a:r>
            </a:p>
          </p:txBody>
        </p:sp>
        <p:grpSp>
          <p:nvGrpSpPr>
            <p:cNvPr id="2600" name="Google Shape;2600;p47"/>
            <p:cNvGrpSpPr/>
            <p:nvPr/>
          </p:nvGrpSpPr>
          <p:grpSpPr>
            <a:xfrm>
              <a:off x="457200" y="3405251"/>
              <a:ext cx="619613" cy="619613"/>
              <a:chOff x="3354743" y="1656350"/>
              <a:chExt cx="713100" cy="713100"/>
            </a:xfrm>
          </p:grpSpPr>
          <p:sp>
            <p:nvSpPr>
              <p:cNvPr id="2601" name="Google Shape;2601;p47"/>
              <p:cNvSpPr/>
              <p:nvPr/>
            </p:nvSpPr>
            <p:spPr>
              <a:xfrm>
                <a:off x="3354743" y="1656350"/>
                <a:ext cx="713100" cy="7131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  <p:sp>
            <p:nvSpPr>
              <p:cNvPr id="2602" name="Google Shape;2602;p47"/>
              <p:cNvSpPr/>
              <p:nvPr/>
            </p:nvSpPr>
            <p:spPr>
              <a:xfrm>
                <a:off x="3400343" y="1701950"/>
                <a:ext cx="621900" cy="6219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solidFill>
                      <a:schemeClr val="lt1"/>
                    </a:solidFill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4</a:t>
                </a:r>
                <a:endParaRPr sz="2000">
                  <a:solidFill>
                    <a:schemeClr val="lt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</p:grpSp>
        <p:grpSp>
          <p:nvGrpSpPr>
            <p:cNvPr id="2603" name="Google Shape;2603;p47"/>
            <p:cNvGrpSpPr/>
            <p:nvPr/>
          </p:nvGrpSpPr>
          <p:grpSpPr>
            <a:xfrm>
              <a:off x="7115025" y="1830713"/>
              <a:ext cx="724200" cy="2896536"/>
              <a:chOff x="7115025" y="1830713"/>
              <a:chExt cx="724200" cy="2896536"/>
            </a:xfrm>
          </p:grpSpPr>
          <p:sp>
            <p:nvSpPr>
              <p:cNvPr id="2604" name="Google Shape;2604;p47"/>
              <p:cNvSpPr/>
              <p:nvPr/>
            </p:nvSpPr>
            <p:spPr>
              <a:xfrm>
                <a:off x="7115025" y="1830713"/>
                <a:ext cx="724200" cy="2896536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5" name="Google Shape;2605;p47"/>
              <p:cNvSpPr/>
              <p:nvPr/>
            </p:nvSpPr>
            <p:spPr>
              <a:xfrm>
                <a:off x="7160775" y="1900339"/>
                <a:ext cx="632700" cy="2770665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grpSp>
        <p:nvGrpSpPr>
          <p:cNvPr id="2606" name="Google Shape;2606;p47"/>
          <p:cNvGrpSpPr/>
          <p:nvPr/>
        </p:nvGrpSpPr>
        <p:grpSpPr>
          <a:xfrm>
            <a:off x="949616" y="2167825"/>
            <a:ext cx="6534350" cy="2636378"/>
            <a:chOff x="457200" y="2091044"/>
            <a:chExt cx="6534350" cy="2636378"/>
          </a:xfrm>
        </p:grpSpPr>
        <p:sp>
          <p:nvSpPr>
            <p:cNvPr id="2607" name="Google Shape;2607;p47"/>
            <p:cNvSpPr/>
            <p:nvPr/>
          </p:nvSpPr>
          <p:spPr>
            <a:xfrm>
              <a:off x="1133823" y="2774276"/>
              <a:ext cx="2873400" cy="47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/>
              <a:r>
                <a:rPr lang="en-US" sz="1200" dirty="0"/>
                <a:t>Developing the code</a:t>
              </a:r>
            </a:p>
          </p:txBody>
        </p:sp>
        <p:grpSp>
          <p:nvGrpSpPr>
            <p:cNvPr id="2608" name="Google Shape;2608;p47"/>
            <p:cNvGrpSpPr/>
            <p:nvPr/>
          </p:nvGrpSpPr>
          <p:grpSpPr>
            <a:xfrm>
              <a:off x="457200" y="2702852"/>
              <a:ext cx="619613" cy="619613"/>
              <a:chOff x="3354743" y="1656350"/>
              <a:chExt cx="713100" cy="713100"/>
            </a:xfrm>
          </p:grpSpPr>
          <p:sp>
            <p:nvSpPr>
              <p:cNvPr id="2609" name="Google Shape;2609;p47"/>
              <p:cNvSpPr/>
              <p:nvPr/>
            </p:nvSpPr>
            <p:spPr>
              <a:xfrm>
                <a:off x="3354743" y="1656350"/>
                <a:ext cx="713100" cy="713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  <p:sp>
            <p:nvSpPr>
              <p:cNvPr id="2610" name="Google Shape;2610;p47"/>
              <p:cNvSpPr/>
              <p:nvPr/>
            </p:nvSpPr>
            <p:spPr>
              <a:xfrm>
                <a:off x="3400343" y="1701950"/>
                <a:ext cx="621900" cy="6219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solidFill>
                      <a:schemeClr val="lt1"/>
                    </a:solidFill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3</a:t>
                </a:r>
                <a:endParaRPr sz="2000">
                  <a:solidFill>
                    <a:schemeClr val="lt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</p:grpSp>
        <p:grpSp>
          <p:nvGrpSpPr>
            <p:cNvPr id="2611" name="Google Shape;2611;p47"/>
            <p:cNvGrpSpPr/>
            <p:nvPr/>
          </p:nvGrpSpPr>
          <p:grpSpPr>
            <a:xfrm>
              <a:off x="6267350" y="2091044"/>
              <a:ext cx="724200" cy="2636378"/>
              <a:chOff x="6267355" y="2093272"/>
              <a:chExt cx="724200" cy="2634271"/>
            </a:xfrm>
          </p:grpSpPr>
          <p:sp>
            <p:nvSpPr>
              <p:cNvPr id="2612" name="Google Shape;2612;p47"/>
              <p:cNvSpPr/>
              <p:nvPr/>
            </p:nvSpPr>
            <p:spPr>
              <a:xfrm>
                <a:off x="6267355" y="2093272"/>
                <a:ext cx="724200" cy="2634271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3" name="Google Shape;2613;p47"/>
              <p:cNvSpPr/>
              <p:nvPr/>
            </p:nvSpPr>
            <p:spPr>
              <a:xfrm>
                <a:off x="6313105" y="2136040"/>
                <a:ext cx="632700" cy="2547463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614" name="Google Shape;2614;p47"/>
          <p:cNvGrpSpPr/>
          <p:nvPr/>
        </p:nvGrpSpPr>
        <p:grpSpPr>
          <a:xfrm>
            <a:off x="949616" y="2077234"/>
            <a:ext cx="5686676" cy="2726671"/>
            <a:chOff x="457200" y="2000453"/>
            <a:chExt cx="5686676" cy="2726671"/>
          </a:xfrm>
        </p:grpSpPr>
        <p:sp>
          <p:nvSpPr>
            <p:cNvPr id="2615" name="Google Shape;2615;p47"/>
            <p:cNvSpPr/>
            <p:nvPr/>
          </p:nvSpPr>
          <p:spPr>
            <a:xfrm>
              <a:off x="1133823" y="2071875"/>
              <a:ext cx="2873400" cy="47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/>
              <a:r>
                <a:rPr lang="en-US" sz="1200" dirty="0"/>
                <a:t>Making the design</a:t>
              </a:r>
            </a:p>
            <a:p>
              <a:pPr lvl="0"/>
              <a:r>
                <a:rPr lang="en-US" sz="1200" dirty="0"/>
                <a:t>and implementing our ideas through code </a:t>
              </a:r>
            </a:p>
          </p:txBody>
        </p:sp>
        <p:grpSp>
          <p:nvGrpSpPr>
            <p:cNvPr id="2616" name="Google Shape;2616;p47"/>
            <p:cNvGrpSpPr/>
            <p:nvPr/>
          </p:nvGrpSpPr>
          <p:grpSpPr>
            <a:xfrm>
              <a:off x="457200" y="2000453"/>
              <a:ext cx="619613" cy="619613"/>
              <a:chOff x="3354743" y="1656350"/>
              <a:chExt cx="713100" cy="713100"/>
            </a:xfrm>
          </p:grpSpPr>
          <p:sp>
            <p:nvSpPr>
              <p:cNvPr id="2617" name="Google Shape;2617;p47"/>
              <p:cNvSpPr/>
              <p:nvPr/>
            </p:nvSpPr>
            <p:spPr>
              <a:xfrm>
                <a:off x="3354743" y="1656350"/>
                <a:ext cx="713100" cy="7131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  <p:sp>
            <p:nvSpPr>
              <p:cNvPr id="2618" name="Google Shape;2618;p47"/>
              <p:cNvSpPr/>
              <p:nvPr/>
            </p:nvSpPr>
            <p:spPr>
              <a:xfrm>
                <a:off x="3400343" y="1701950"/>
                <a:ext cx="621900" cy="6219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solidFill>
                      <a:schemeClr val="lt1"/>
                    </a:solidFill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2</a:t>
                </a:r>
                <a:endParaRPr sz="2000">
                  <a:solidFill>
                    <a:schemeClr val="lt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</p:grpSp>
        <p:grpSp>
          <p:nvGrpSpPr>
            <p:cNvPr id="2619" name="Google Shape;2619;p47"/>
            <p:cNvGrpSpPr/>
            <p:nvPr/>
          </p:nvGrpSpPr>
          <p:grpSpPr>
            <a:xfrm>
              <a:off x="5419676" y="2071875"/>
              <a:ext cx="724200" cy="2655249"/>
              <a:chOff x="5419676" y="2071875"/>
              <a:chExt cx="724200" cy="2655249"/>
            </a:xfrm>
          </p:grpSpPr>
          <p:sp>
            <p:nvSpPr>
              <p:cNvPr id="2620" name="Google Shape;2620;p47"/>
              <p:cNvSpPr/>
              <p:nvPr/>
            </p:nvSpPr>
            <p:spPr>
              <a:xfrm>
                <a:off x="5419676" y="2071875"/>
                <a:ext cx="724200" cy="265524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1" name="Google Shape;2621;p47"/>
              <p:cNvSpPr/>
              <p:nvPr/>
            </p:nvSpPr>
            <p:spPr>
              <a:xfrm>
                <a:off x="5465426" y="2130709"/>
                <a:ext cx="632700" cy="2549615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grpSp>
        <p:nvGrpSpPr>
          <p:cNvPr id="2622" name="Google Shape;2622;p47"/>
          <p:cNvGrpSpPr/>
          <p:nvPr/>
        </p:nvGrpSpPr>
        <p:grpSpPr>
          <a:xfrm>
            <a:off x="949616" y="1374835"/>
            <a:ext cx="4838850" cy="3429161"/>
            <a:chOff x="457200" y="1298054"/>
            <a:chExt cx="4838850" cy="3429161"/>
          </a:xfrm>
        </p:grpSpPr>
        <p:sp>
          <p:nvSpPr>
            <p:cNvPr id="2623" name="Google Shape;2623;p47"/>
            <p:cNvSpPr/>
            <p:nvPr/>
          </p:nvSpPr>
          <p:spPr>
            <a:xfrm>
              <a:off x="1133823" y="1369475"/>
              <a:ext cx="2873400" cy="47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indent="0">
                <a:buClr>
                  <a:schemeClr val="dk1"/>
                </a:buClr>
                <a:buSzPts val="1100"/>
              </a:pPr>
              <a:r>
                <a:rPr lang="en-US" sz="1200" dirty="0"/>
                <a:t>Creating logo and discussing ideas about the game</a:t>
              </a:r>
            </a:p>
          </p:txBody>
        </p:sp>
        <p:grpSp>
          <p:nvGrpSpPr>
            <p:cNvPr id="2624" name="Google Shape;2624;p47"/>
            <p:cNvGrpSpPr/>
            <p:nvPr/>
          </p:nvGrpSpPr>
          <p:grpSpPr>
            <a:xfrm>
              <a:off x="457200" y="1298054"/>
              <a:ext cx="619613" cy="619613"/>
              <a:chOff x="3354743" y="1656350"/>
              <a:chExt cx="713100" cy="713100"/>
            </a:xfrm>
          </p:grpSpPr>
          <p:sp>
            <p:nvSpPr>
              <p:cNvPr id="2625" name="Google Shape;2625;p47"/>
              <p:cNvSpPr/>
              <p:nvPr/>
            </p:nvSpPr>
            <p:spPr>
              <a:xfrm>
                <a:off x="3354743" y="1656350"/>
                <a:ext cx="713100" cy="7131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  <p:sp>
            <p:nvSpPr>
              <p:cNvPr id="2626" name="Google Shape;2626;p47"/>
              <p:cNvSpPr/>
              <p:nvPr/>
            </p:nvSpPr>
            <p:spPr>
              <a:xfrm>
                <a:off x="3400343" y="1701950"/>
                <a:ext cx="621900" cy="6219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solidFill>
                      <a:schemeClr val="lt1"/>
                    </a:solidFill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1</a:t>
                </a:r>
                <a:endParaRPr sz="2000">
                  <a:solidFill>
                    <a:schemeClr val="lt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</p:grpSp>
        <p:grpSp>
          <p:nvGrpSpPr>
            <p:cNvPr id="2627" name="Google Shape;2627;p47"/>
            <p:cNvGrpSpPr/>
            <p:nvPr/>
          </p:nvGrpSpPr>
          <p:grpSpPr>
            <a:xfrm>
              <a:off x="4571997" y="2869824"/>
              <a:ext cx="724053" cy="1857391"/>
              <a:chOff x="457200" y="2902004"/>
              <a:chExt cx="711600" cy="1825446"/>
            </a:xfrm>
          </p:grpSpPr>
          <p:sp>
            <p:nvSpPr>
              <p:cNvPr id="2628" name="Google Shape;2628;p47"/>
              <p:cNvSpPr/>
              <p:nvPr/>
            </p:nvSpPr>
            <p:spPr>
              <a:xfrm>
                <a:off x="457200" y="2902004"/>
                <a:ext cx="711600" cy="182544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9" name="Google Shape;2629;p47"/>
              <p:cNvSpPr/>
              <p:nvPr/>
            </p:nvSpPr>
            <p:spPr>
              <a:xfrm>
                <a:off x="502050" y="2967522"/>
                <a:ext cx="621900" cy="1712077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grpSp>
        <p:nvGrpSpPr>
          <p:cNvPr id="2638" name="Google Shape;2638;p47"/>
          <p:cNvGrpSpPr/>
          <p:nvPr/>
        </p:nvGrpSpPr>
        <p:grpSpPr>
          <a:xfrm>
            <a:off x="6183383" y="585123"/>
            <a:ext cx="997317" cy="1525143"/>
            <a:chOff x="5706884" y="1297938"/>
            <a:chExt cx="997317" cy="1525143"/>
          </a:xfrm>
        </p:grpSpPr>
        <p:sp>
          <p:nvSpPr>
            <p:cNvPr id="2639" name="Google Shape;2639;p47"/>
            <p:cNvSpPr/>
            <p:nvPr/>
          </p:nvSpPr>
          <p:spPr>
            <a:xfrm>
              <a:off x="5882800" y="1943148"/>
              <a:ext cx="58869" cy="74821"/>
            </a:xfrm>
            <a:custGeom>
              <a:avLst/>
              <a:gdLst/>
              <a:ahLst/>
              <a:cxnLst/>
              <a:rect l="l" t="t" r="r" b="b"/>
              <a:pathLst>
                <a:path w="4487" h="4487" extrusionOk="0">
                  <a:moveTo>
                    <a:pt x="0" y="0"/>
                  </a:moveTo>
                  <a:lnTo>
                    <a:pt x="0" y="4486"/>
                  </a:lnTo>
                  <a:lnTo>
                    <a:pt x="4486" y="4486"/>
                  </a:lnTo>
                  <a:lnTo>
                    <a:pt x="4486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0" name="Google Shape;2640;p47"/>
            <p:cNvSpPr/>
            <p:nvPr/>
          </p:nvSpPr>
          <p:spPr>
            <a:xfrm>
              <a:off x="6000500" y="2399525"/>
              <a:ext cx="469565" cy="87227"/>
            </a:xfrm>
            <a:custGeom>
              <a:avLst/>
              <a:gdLst/>
              <a:ahLst/>
              <a:cxnLst/>
              <a:rect l="l" t="t" r="r" b="b"/>
              <a:pathLst>
                <a:path w="35790" h="4487" extrusionOk="0">
                  <a:moveTo>
                    <a:pt x="1" y="0"/>
                  </a:moveTo>
                  <a:lnTo>
                    <a:pt x="1" y="4486"/>
                  </a:lnTo>
                  <a:lnTo>
                    <a:pt x="35789" y="4486"/>
                  </a:lnTo>
                  <a:lnTo>
                    <a:pt x="35789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1" name="Google Shape;2641;p47"/>
            <p:cNvSpPr/>
            <p:nvPr/>
          </p:nvSpPr>
          <p:spPr>
            <a:xfrm>
              <a:off x="5706884" y="2001990"/>
              <a:ext cx="939103" cy="410552"/>
            </a:xfrm>
            <a:custGeom>
              <a:avLst/>
              <a:gdLst/>
              <a:ahLst/>
              <a:cxnLst/>
              <a:rect l="l" t="t" r="r" b="b"/>
              <a:pathLst>
                <a:path w="71578" h="31304" extrusionOk="0">
                  <a:moveTo>
                    <a:pt x="13408" y="0"/>
                  </a:moveTo>
                  <a:lnTo>
                    <a:pt x="13408" y="4487"/>
                  </a:lnTo>
                  <a:lnTo>
                    <a:pt x="8922" y="4487"/>
                  </a:lnTo>
                  <a:lnTo>
                    <a:pt x="8922" y="8923"/>
                  </a:lnTo>
                  <a:lnTo>
                    <a:pt x="4486" y="8923"/>
                  </a:lnTo>
                  <a:lnTo>
                    <a:pt x="4486" y="13409"/>
                  </a:lnTo>
                  <a:lnTo>
                    <a:pt x="0" y="13409"/>
                  </a:lnTo>
                  <a:lnTo>
                    <a:pt x="0" y="17895"/>
                  </a:lnTo>
                  <a:lnTo>
                    <a:pt x="0" y="22331"/>
                  </a:lnTo>
                  <a:lnTo>
                    <a:pt x="0" y="26817"/>
                  </a:lnTo>
                  <a:lnTo>
                    <a:pt x="0" y="31303"/>
                  </a:lnTo>
                  <a:lnTo>
                    <a:pt x="4486" y="31303"/>
                  </a:lnTo>
                  <a:lnTo>
                    <a:pt x="4486" y="26817"/>
                  </a:lnTo>
                  <a:lnTo>
                    <a:pt x="17894" y="26817"/>
                  </a:lnTo>
                  <a:lnTo>
                    <a:pt x="17894" y="31303"/>
                  </a:lnTo>
                  <a:lnTo>
                    <a:pt x="58169" y="31303"/>
                  </a:lnTo>
                  <a:lnTo>
                    <a:pt x="58169" y="26817"/>
                  </a:lnTo>
                  <a:lnTo>
                    <a:pt x="67092" y="26817"/>
                  </a:lnTo>
                  <a:lnTo>
                    <a:pt x="67092" y="31303"/>
                  </a:lnTo>
                  <a:lnTo>
                    <a:pt x="71578" y="31303"/>
                  </a:lnTo>
                  <a:lnTo>
                    <a:pt x="71578" y="26817"/>
                  </a:lnTo>
                  <a:lnTo>
                    <a:pt x="71578" y="22331"/>
                  </a:lnTo>
                  <a:lnTo>
                    <a:pt x="67092" y="22331"/>
                  </a:lnTo>
                  <a:lnTo>
                    <a:pt x="67092" y="17895"/>
                  </a:lnTo>
                  <a:lnTo>
                    <a:pt x="67092" y="13409"/>
                  </a:lnTo>
                  <a:lnTo>
                    <a:pt x="62606" y="13409"/>
                  </a:lnTo>
                  <a:lnTo>
                    <a:pt x="62606" y="8923"/>
                  </a:lnTo>
                  <a:lnTo>
                    <a:pt x="62606" y="4487"/>
                  </a:lnTo>
                  <a:lnTo>
                    <a:pt x="26817" y="4487"/>
                  </a:lnTo>
                  <a:lnTo>
                    <a:pt x="2681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2" name="Google Shape;2642;p47"/>
            <p:cNvSpPr/>
            <p:nvPr/>
          </p:nvSpPr>
          <p:spPr>
            <a:xfrm>
              <a:off x="6470061" y="2353695"/>
              <a:ext cx="175926" cy="175859"/>
            </a:xfrm>
            <a:custGeom>
              <a:avLst/>
              <a:gdLst/>
              <a:ahLst/>
              <a:cxnLst/>
              <a:rect l="l" t="t" r="r" b="b"/>
              <a:pathLst>
                <a:path w="13409" h="13409" extrusionOk="0">
                  <a:moveTo>
                    <a:pt x="0" y="0"/>
                  </a:moveTo>
                  <a:lnTo>
                    <a:pt x="0" y="4486"/>
                  </a:lnTo>
                  <a:lnTo>
                    <a:pt x="0" y="8972"/>
                  </a:lnTo>
                  <a:lnTo>
                    <a:pt x="0" y="13409"/>
                  </a:lnTo>
                  <a:lnTo>
                    <a:pt x="8923" y="13409"/>
                  </a:lnTo>
                  <a:lnTo>
                    <a:pt x="8923" y="8972"/>
                  </a:lnTo>
                  <a:lnTo>
                    <a:pt x="13409" y="8972"/>
                  </a:lnTo>
                  <a:lnTo>
                    <a:pt x="13409" y="4486"/>
                  </a:lnTo>
                  <a:lnTo>
                    <a:pt x="8923" y="4486"/>
                  </a:lnTo>
                  <a:lnTo>
                    <a:pt x="8923" y="0"/>
                  </a:lnTo>
                  <a:close/>
                </a:path>
              </a:pathLst>
            </a:custGeom>
            <a:solidFill>
              <a:srgbClr val="FFC5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3" name="Google Shape;2643;p47"/>
            <p:cNvSpPr/>
            <p:nvPr/>
          </p:nvSpPr>
          <p:spPr>
            <a:xfrm>
              <a:off x="6352348" y="1708463"/>
              <a:ext cx="58869" cy="117038"/>
            </a:xfrm>
            <a:custGeom>
              <a:avLst/>
              <a:gdLst/>
              <a:ahLst/>
              <a:cxnLst/>
              <a:rect l="l" t="t" r="r" b="b"/>
              <a:pathLst>
                <a:path w="4487" h="8924" extrusionOk="0">
                  <a:moveTo>
                    <a:pt x="0" y="1"/>
                  </a:moveTo>
                  <a:lnTo>
                    <a:pt x="0" y="4487"/>
                  </a:lnTo>
                  <a:lnTo>
                    <a:pt x="0" y="8923"/>
                  </a:lnTo>
                  <a:lnTo>
                    <a:pt x="4486" y="8923"/>
                  </a:lnTo>
                  <a:lnTo>
                    <a:pt x="4486" y="4487"/>
                  </a:lnTo>
                  <a:lnTo>
                    <a:pt x="4486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4" name="Google Shape;2644;p47"/>
            <p:cNvSpPr/>
            <p:nvPr/>
          </p:nvSpPr>
          <p:spPr>
            <a:xfrm>
              <a:off x="6411205" y="2704797"/>
              <a:ext cx="292996" cy="58204"/>
            </a:xfrm>
            <a:custGeom>
              <a:avLst/>
              <a:gdLst/>
              <a:ahLst/>
              <a:cxnLst/>
              <a:rect l="l" t="t" r="r" b="b"/>
              <a:pathLst>
                <a:path w="22332" h="4438" extrusionOk="0">
                  <a:moveTo>
                    <a:pt x="0" y="1"/>
                  </a:moveTo>
                  <a:lnTo>
                    <a:pt x="0" y="4437"/>
                  </a:lnTo>
                  <a:lnTo>
                    <a:pt x="22331" y="4437"/>
                  </a:lnTo>
                  <a:lnTo>
                    <a:pt x="22331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5" name="Google Shape;2645;p47"/>
            <p:cNvSpPr/>
            <p:nvPr/>
          </p:nvSpPr>
          <p:spPr>
            <a:xfrm>
              <a:off x="6176425" y="1881833"/>
              <a:ext cx="193842" cy="133653"/>
            </a:xfrm>
            <a:custGeom>
              <a:avLst/>
              <a:gdLst/>
              <a:ahLst/>
              <a:cxnLst/>
              <a:rect l="l" t="t" r="r" b="b"/>
              <a:pathLst>
                <a:path w="13410" h="8973" extrusionOk="0">
                  <a:moveTo>
                    <a:pt x="1" y="0"/>
                  </a:moveTo>
                  <a:lnTo>
                    <a:pt x="1" y="4486"/>
                  </a:lnTo>
                  <a:lnTo>
                    <a:pt x="1" y="8972"/>
                  </a:lnTo>
                  <a:lnTo>
                    <a:pt x="8923" y="8972"/>
                  </a:lnTo>
                  <a:lnTo>
                    <a:pt x="8923" y="4486"/>
                  </a:lnTo>
                  <a:lnTo>
                    <a:pt x="13409" y="4486"/>
                  </a:lnTo>
                  <a:lnTo>
                    <a:pt x="1340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6" name="Google Shape;2646;p47"/>
            <p:cNvSpPr/>
            <p:nvPr/>
          </p:nvSpPr>
          <p:spPr>
            <a:xfrm>
              <a:off x="6176422" y="1708463"/>
              <a:ext cx="58227" cy="117038"/>
            </a:xfrm>
            <a:custGeom>
              <a:avLst/>
              <a:gdLst/>
              <a:ahLst/>
              <a:cxnLst/>
              <a:rect l="l" t="t" r="r" b="b"/>
              <a:pathLst>
                <a:path w="4438" h="8924" extrusionOk="0">
                  <a:moveTo>
                    <a:pt x="1" y="1"/>
                  </a:moveTo>
                  <a:lnTo>
                    <a:pt x="1" y="4487"/>
                  </a:lnTo>
                  <a:lnTo>
                    <a:pt x="1" y="8923"/>
                  </a:lnTo>
                  <a:lnTo>
                    <a:pt x="4437" y="8923"/>
                  </a:lnTo>
                  <a:lnTo>
                    <a:pt x="4437" y="4487"/>
                  </a:lnTo>
                  <a:lnTo>
                    <a:pt x="4437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7" name="Google Shape;2647;p47"/>
            <p:cNvSpPr/>
            <p:nvPr/>
          </p:nvSpPr>
          <p:spPr>
            <a:xfrm>
              <a:off x="5823940" y="2764234"/>
              <a:ext cx="234782" cy="58847"/>
            </a:xfrm>
            <a:custGeom>
              <a:avLst/>
              <a:gdLst/>
              <a:ahLst/>
              <a:cxnLst/>
              <a:rect l="l" t="t" r="r" b="b"/>
              <a:pathLst>
                <a:path w="17895" h="4487" extrusionOk="0">
                  <a:moveTo>
                    <a:pt x="0" y="0"/>
                  </a:moveTo>
                  <a:lnTo>
                    <a:pt x="0" y="4486"/>
                  </a:lnTo>
                  <a:lnTo>
                    <a:pt x="17895" y="4486"/>
                  </a:lnTo>
                  <a:lnTo>
                    <a:pt x="17895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8" name="Google Shape;2648;p47"/>
            <p:cNvSpPr/>
            <p:nvPr/>
          </p:nvSpPr>
          <p:spPr>
            <a:xfrm>
              <a:off x="5882797" y="1532618"/>
              <a:ext cx="645478" cy="528220"/>
            </a:xfrm>
            <a:custGeom>
              <a:avLst/>
              <a:gdLst/>
              <a:ahLst/>
              <a:cxnLst/>
              <a:rect l="l" t="t" r="r" b="b"/>
              <a:pathLst>
                <a:path w="49198" h="40276" extrusionOk="0">
                  <a:moveTo>
                    <a:pt x="26817" y="13409"/>
                  </a:moveTo>
                  <a:lnTo>
                    <a:pt x="26817" y="17895"/>
                  </a:lnTo>
                  <a:lnTo>
                    <a:pt x="26817" y="22331"/>
                  </a:lnTo>
                  <a:lnTo>
                    <a:pt x="22381" y="22331"/>
                  </a:lnTo>
                  <a:lnTo>
                    <a:pt x="22381" y="13409"/>
                  </a:lnTo>
                  <a:close/>
                  <a:moveTo>
                    <a:pt x="40275" y="13409"/>
                  </a:moveTo>
                  <a:lnTo>
                    <a:pt x="40275" y="22331"/>
                  </a:lnTo>
                  <a:lnTo>
                    <a:pt x="35839" y="22331"/>
                  </a:lnTo>
                  <a:lnTo>
                    <a:pt x="35839" y="13409"/>
                  </a:lnTo>
                  <a:close/>
                  <a:moveTo>
                    <a:pt x="35839" y="26817"/>
                  </a:moveTo>
                  <a:lnTo>
                    <a:pt x="35839" y="31353"/>
                  </a:lnTo>
                  <a:lnTo>
                    <a:pt x="31303" y="31353"/>
                  </a:lnTo>
                  <a:lnTo>
                    <a:pt x="31303" y="35789"/>
                  </a:lnTo>
                  <a:lnTo>
                    <a:pt x="22381" y="35789"/>
                  </a:lnTo>
                  <a:lnTo>
                    <a:pt x="22381" y="26817"/>
                  </a:lnTo>
                  <a:close/>
                  <a:moveTo>
                    <a:pt x="17895" y="0"/>
                  </a:moveTo>
                  <a:lnTo>
                    <a:pt x="17895" y="4487"/>
                  </a:lnTo>
                  <a:lnTo>
                    <a:pt x="13409" y="4487"/>
                  </a:lnTo>
                  <a:lnTo>
                    <a:pt x="13409" y="17895"/>
                  </a:lnTo>
                  <a:lnTo>
                    <a:pt x="8973" y="17895"/>
                  </a:lnTo>
                  <a:lnTo>
                    <a:pt x="8973" y="13409"/>
                  </a:lnTo>
                  <a:lnTo>
                    <a:pt x="0" y="13409"/>
                  </a:lnTo>
                  <a:lnTo>
                    <a:pt x="0" y="31353"/>
                  </a:lnTo>
                  <a:lnTo>
                    <a:pt x="4486" y="31353"/>
                  </a:lnTo>
                  <a:lnTo>
                    <a:pt x="4486" y="35789"/>
                  </a:lnTo>
                  <a:lnTo>
                    <a:pt x="13409" y="35789"/>
                  </a:lnTo>
                  <a:lnTo>
                    <a:pt x="13409" y="40276"/>
                  </a:lnTo>
                  <a:lnTo>
                    <a:pt x="44761" y="40276"/>
                  </a:lnTo>
                  <a:lnTo>
                    <a:pt x="44761" y="35789"/>
                  </a:lnTo>
                  <a:lnTo>
                    <a:pt x="49198" y="35789"/>
                  </a:lnTo>
                  <a:lnTo>
                    <a:pt x="49198" y="17895"/>
                  </a:lnTo>
                  <a:lnTo>
                    <a:pt x="44761" y="17895"/>
                  </a:lnTo>
                  <a:lnTo>
                    <a:pt x="44761" y="8923"/>
                  </a:lnTo>
                  <a:lnTo>
                    <a:pt x="26817" y="8923"/>
                  </a:lnTo>
                  <a:lnTo>
                    <a:pt x="26817" y="4487"/>
                  </a:lnTo>
                  <a:lnTo>
                    <a:pt x="22381" y="4487"/>
                  </a:lnTo>
                  <a:lnTo>
                    <a:pt x="22381" y="0"/>
                  </a:lnTo>
                  <a:close/>
                </a:path>
              </a:pathLst>
            </a:custGeom>
            <a:solidFill>
              <a:srgbClr val="FFC5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9" name="Google Shape;2649;p47"/>
            <p:cNvSpPr/>
            <p:nvPr/>
          </p:nvSpPr>
          <p:spPr>
            <a:xfrm>
              <a:off x="6528261" y="1414950"/>
              <a:ext cx="58869" cy="58847"/>
            </a:xfrm>
            <a:custGeom>
              <a:avLst/>
              <a:gdLst/>
              <a:ahLst/>
              <a:cxnLst/>
              <a:rect l="l" t="t" r="r" b="b"/>
              <a:pathLst>
                <a:path w="4487" h="4487" extrusionOk="0">
                  <a:moveTo>
                    <a:pt x="1" y="0"/>
                  </a:moveTo>
                  <a:lnTo>
                    <a:pt x="1" y="4486"/>
                  </a:lnTo>
                  <a:lnTo>
                    <a:pt x="4487" y="4486"/>
                  </a:lnTo>
                  <a:lnTo>
                    <a:pt x="4487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0" name="Google Shape;2650;p47"/>
            <p:cNvSpPr/>
            <p:nvPr/>
          </p:nvSpPr>
          <p:spPr>
            <a:xfrm>
              <a:off x="5765740" y="1297938"/>
              <a:ext cx="762534" cy="645232"/>
            </a:xfrm>
            <a:custGeom>
              <a:avLst/>
              <a:gdLst/>
              <a:ahLst/>
              <a:cxnLst/>
              <a:rect l="l" t="t" r="r" b="b"/>
              <a:pathLst>
                <a:path w="58120" h="49198" extrusionOk="0">
                  <a:moveTo>
                    <a:pt x="13408" y="0"/>
                  </a:moveTo>
                  <a:lnTo>
                    <a:pt x="13408" y="4486"/>
                  </a:lnTo>
                  <a:lnTo>
                    <a:pt x="8922" y="4486"/>
                  </a:lnTo>
                  <a:lnTo>
                    <a:pt x="8922" y="8972"/>
                  </a:lnTo>
                  <a:lnTo>
                    <a:pt x="4436" y="8972"/>
                  </a:lnTo>
                  <a:lnTo>
                    <a:pt x="4436" y="13408"/>
                  </a:lnTo>
                  <a:lnTo>
                    <a:pt x="4436" y="17894"/>
                  </a:lnTo>
                  <a:lnTo>
                    <a:pt x="0" y="17894"/>
                  </a:lnTo>
                  <a:lnTo>
                    <a:pt x="0" y="22381"/>
                  </a:lnTo>
                  <a:lnTo>
                    <a:pt x="0" y="26817"/>
                  </a:lnTo>
                  <a:lnTo>
                    <a:pt x="0" y="31303"/>
                  </a:lnTo>
                  <a:lnTo>
                    <a:pt x="0" y="35789"/>
                  </a:lnTo>
                  <a:lnTo>
                    <a:pt x="0" y="40225"/>
                  </a:lnTo>
                  <a:lnTo>
                    <a:pt x="0" y="44711"/>
                  </a:lnTo>
                  <a:lnTo>
                    <a:pt x="4436" y="44711"/>
                  </a:lnTo>
                  <a:lnTo>
                    <a:pt x="4436" y="49197"/>
                  </a:lnTo>
                  <a:lnTo>
                    <a:pt x="8922" y="49197"/>
                  </a:lnTo>
                  <a:lnTo>
                    <a:pt x="8922" y="44711"/>
                  </a:lnTo>
                  <a:lnTo>
                    <a:pt x="8922" y="40225"/>
                  </a:lnTo>
                  <a:lnTo>
                    <a:pt x="8922" y="35789"/>
                  </a:lnTo>
                  <a:lnTo>
                    <a:pt x="8922" y="31303"/>
                  </a:lnTo>
                  <a:lnTo>
                    <a:pt x="17895" y="31303"/>
                  </a:lnTo>
                  <a:lnTo>
                    <a:pt x="17895" y="35789"/>
                  </a:lnTo>
                  <a:lnTo>
                    <a:pt x="22331" y="35789"/>
                  </a:lnTo>
                  <a:lnTo>
                    <a:pt x="22331" y="31303"/>
                  </a:lnTo>
                  <a:lnTo>
                    <a:pt x="22331" y="26817"/>
                  </a:lnTo>
                  <a:lnTo>
                    <a:pt x="22331" y="22381"/>
                  </a:lnTo>
                  <a:lnTo>
                    <a:pt x="26817" y="22381"/>
                  </a:lnTo>
                  <a:lnTo>
                    <a:pt x="26817" y="17894"/>
                  </a:lnTo>
                  <a:lnTo>
                    <a:pt x="31303" y="17894"/>
                  </a:lnTo>
                  <a:lnTo>
                    <a:pt x="31303" y="22381"/>
                  </a:lnTo>
                  <a:lnTo>
                    <a:pt x="35739" y="22381"/>
                  </a:lnTo>
                  <a:lnTo>
                    <a:pt x="35739" y="26817"/>
                  </a:lnTo>
                  <a:lnTo>
                    <a:pt x="58120" y="26817"/>
                  </a:lnTo>
                  <a:lnTo>
                    <a:pt x="58120" y="22381"/>
                  </a:lnTo>
                  <a:lnTo>
                    <a:pt x="58120" y="17894"/>
                  </a:lnTo>
                  <a:lnTo>
                    <a:pt x="58120" y="13408"/>
                  </a:lnTo>
                  <a:lnTo>
                    <a:pt x="53683" y="13408"/>
                  </a:lnTo>
                  <a:lnTo>
                    <a:pt x="53683" y="8972"/>
                  </a:lnTo>
                  <a:lnTo>
                    <a:pt x="49197" y="8972"/>
                  </a:lnTo>
                  <a:lnTo>
                    <a:pt x="49197" y="4486"/>
                  </a:lnTo>
                  <a:lnTo>
                    <a:pt x="44711" y="4486"/>
                  </a:lnTo>
                  <a:lnTo>
                    <a:pt x="44711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1" name="Google Shape;2651;p47"/>
            <p:cNvSpPr/>
            <p:nvPr/>
          </p:nvSpPr>
          <p:spPr>
            <a:xfrm>
              <a:off x="5706884" y="2353695"/>
              <a:ext cx="293639" cy="175859"/>
            </a:xfrm>
            <a:custGeom>
              <a:avLst/>
              <a:gdLst/>
              <a:ahLst/>
              <a:cxnLst/>
              <a:rect l="l" t="t" r="r" b="b"/>
              <a:pathLst>
                <a:path w="22381" h="13409" extrusionOk="0">
                  <a:moveTo>
                    <a:pt x="4486" y="0"/>
                  </a:moveTo>
                  <a:lnTo>
                    <a:pt x="4486" y="4486"/>
                  </a:lnTo>
                  <a:lnTo>
                    <a:pt x="0" y="4486"/>
                  </a:lnTo>
                  <a:lnTo>
                    <a:pt x="0" y="8972"/>
                  </a:lnTo>
                  <a:lnTo>
                    <a:pt x="4486" y="8972"/>
                  </a:lnTo>
                  <a:lnTo>
                    <a:pt x="4486" y="13409"/>
                  </a:lnTo>
                  <a:lnTo>
                    <a:pt x="17894" y="13409"/>
                  </a:lnTo>
                  <a:lnTo>
                    <a:pt x="17894" y="8972"/>
                  </a:lnTo>
                  <a:lnTo>
                    <a:pt x="22381" y="8972"/>
                  </a:lnTo>
                  <a:lnTo>
                    <a:pt x="22381" y="4486"/>
                  </a:lnTo>
                  <a:lnTo>
                    <a:pt x="17894" y="4486"/>
                  </a:lnTo>
                  <a:lnTo>
                    <a:pt x="17894" y="0"/>
                  </a:lnTo>
                  <a:close/>
                </a:path>
              </a:pathLst>
            </a:custGeom>
            <a:solidFill>
              <a:srgbClr val="FFC5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2" name="Google Shape;2652;p47"/>
            <p:cNvSpPr/>
            <p:nvPr/>
          </p:nvSpPr>
          <p:spPr>
            <a:xfrm>
              <a:off x="5882797" y="2471363"/>
              <a:ext cx="763190" cy="292884"/>
            </a:xfrm>
            <a:custGeom>
              <a:avLst/>
              <a:gdLst/>
              <a:ahLst/>
              <a:cxnLst/>
              <a:rect l="l" t="t" r="r" b="b"/>
              <a:pathLst>
                <a:path w="58170" h="22332" extrusionOk="0">
                  <a:moveTo>
                    <a:pt x="4486" y="0"/>
                  </a:moveTo>
                  <a:lnTo>
                    <a:pt x="4486" y="4437"/>
                  </a:lnTo>
                  <a:lnTo>
                    <a:pt x="0" y="4437"/>
                  </a:lnTo>
                  <a:lnTo>
                    <a:pt x="0" y="22331"/>
                  </a:lnTo>
                  <a:lnTo>
                    <a:pt x="17895" y="22331"/>
                  </a:lnTo>
                  <a:lnTo>
                    <a:pt x="17895" y="17845"/>
                  </a:lnTo>
                  <a:lnTo>
                    <a:pt x="22381" y="17845"/>
                  </a:lnTo>
                  <a:lnTo>
                    <a:pt x="22381" y="13409"/>
                  </a:lnTo>
                  <a:lnTo>
                    <a:pt x="26817" y="13409"/>
                  </a:lnTo>
                  <a:lnTo>
                    <a:pt x="26817" y="8923"/>
                  </a:lnTo>
                  <a:lnTo>
                    <a:pt x="31303" y="8923"/>
                  </a:lnTo>
                  <a:lnTo>
                    <a:pt x="31303" y="13409"/>
                  </a:lnTo>
                  <a:lnTo>
                    <a:pt x="35839" y="13409"/>
                  </a:lnTo>
                  <a:lnTo>
                    <a:pt x="35839" y="17845"/>
                  </a:lnTo>
                  <a:lnTo>
                    <a:pt x="58170" y="17845"/>
                  </a:lnTo>
                  <a:lnTo>
                    <a:pt x="58170" y="13409"/>
                  </a:lnTo>
                  <a:lnTo>
                    <a:pt x="53684" y="13409"/>
                  </a:lnTo>
                  <a:lnTo>
                    <a:pt x="53684" y="8923"/>
                  </a:lnTo>
                  <a:lnTo>
                    <a:pt x="49198" y="8923"/>
                  </a:lnTo>
                  <a:lnTo>
                    <a:pt x="49198" y="4437"/>
                  </a:lnTo>
                  <a:lnTo>
                    <a:pt x="44761" y="4437"/>
                  </a:lnTo>
                  <a:lnTo>
                    <a:pt x="44761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C5314F-AA87-BC58-862A-ADBE39C568C1}"/>
              </a:ext>
            </a:extLst>
          </p:cNvPr>
          <p:cNvSpPr txBox="1"/>
          <p:nvPr/>
        </p:nvSpPr>
        <p:spPr>
          <a:xfrm rot="16200000">
            <a:off x="4564082" y="3407511"/>
            <a:ext cx="17247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 WEEK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08778B-1CE6-C600-DE52-B7A3E69E0900}"/>
              </a:ext>
            </a:extLst>
          </p:cNvPr>
          <p:cNvSpPr txBox="1"/>
          <p:nvPr/>
        </p:nvSpPr>
        <p:spPr>
          <a:xfrm rot="16200000">
            <a:off x="5427472" y="3343605"/>
            <a:ext cx="17247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2 WEEK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AADF2D-5F75-EFE8-9875-EF21B9A82C4C}"/>
              </a:ext>
            </a:extLst>
          </p:cNvPr>
          <p:cNvSpPr txBox="1"/>
          <p:nvPr/>
        </p:nvSpPr>
        <p:spPr>
          <a:xfrm rot="16200000">
            <a:off x="6292172" y="3383227"/>
            <a:ext cx="17247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3 WEEK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2E0A9F-0FEF-8C7C-C963-9AF4C624FF93}"/>
              </a:ext>
            </a:extLst>
          </p:cNvPr>
          <p:cNvSpPr txBox="1"/>
          <p:nvPr/>
        </p:nvSpPr>
        <p:spPr>
          <a:xfrm rot="16200000">
            <a:off x="7132462" y="3405320"/>
            <a:ext cx="17247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4 WEEK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361828-8AF9-155C-B64A-540BD27FE3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955" t="32577" r="11517" b="33756"/>
          <a:stretch>
            <a:fillRect/>
          </a:stretch>
        </p:blipFill>
        <p:spPr>
          <a:xfrm>
            <a:off x="7984409" y="4895012"/>
            <a:ext cx="1159236" cy="2484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27"/>
          <p:cNvSpPr/>
          <p:nvPr/>
        </p:nvSpPr>
        <p:spPr>
          <a:xfrm>
            <a:off x="6785243" y="4585722"/>
            <a:ext cx="1779139" cy="241714"/>
          </a:xfrm>
          <a:custGeom>
            <a:avLst/>
            <a:gdLst/>
            <a:ahLst/>
            <a:cxnLst/>
            <a:rect l="l" t="t" r="r" b="b"/>
            <a:pathLst>
              <a:path w="93194" h="19172" extrusionOk="0">
                <a:moveTo>
                  <a:pt x="44133" y="0"/>
                </a:moveTo>
                <a:cubicBezTo>
                  <a:pt x="18541" y="0"/>
                  <a:pt x="1" y="11564"/>
                  <a:pt x="1" y="16530"/>
                </a:cubicBezTo>
                <a:cubicBezTo>
                  <a:pt x="1" y="18570"/>
                  <a:pt x="3127" y="19171"/>
                  <a:pt x="8585" y="19171"/>
                </a:cubicBezTo>
                <a:cubicBezTo>
                  <a:pt x="16417" y="19171"/>
                  <a:pt x="29050" y="17933"/>
                  <a:pt x="44133" y="17933"/>
                </a:cubicBezTo>
                <a:cubicBezTo>
                  <a:pt x="50128" y="17933"/>
                  <a:pt x="56003" y="17975"/>
                  <a:pt x="61486" y="17975"/>
                </a:cubicBezTo>
                <a:cubicBezTo>
                  <a:pt x="79442" y="17975"/>
                  <a:pt x="93193" y="17530"/>
                  <a:pt x="93193" y="13725"/>
                </a:cubicBezTo>
                <a:cubicBezTo>
                  <a:pt x="93193" y="8796"/>
                  <a:pt x="69762" y="0"/>
                  <a:pt x="44133" y="0"/>
                </a:cubicBez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1" name="Google Shape;691;p27"/>
          <p:cNvSpPr txBox="1">
            <a:spLocks noGrp="1"/>
          </p:cNvSpPr>
          <p:nvPr>
            <p:ph type="title"/>
          </p:nvPr>
        </p:nvSpPr>
        <p:spPr>
          <a:xfrm>
            <a:off x="457200" y="202509"/>
            <a:ext cx="8229600" cy="40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SzPts val="1100"/>
            </a:pPr>
            <a:r>
              <a:rPr lang="en" sz="2800" dirty="0"/>
              <a:t>Used Technologies</a:t>
            </a:r>
            <a:endParaRPr dirty="0"/>
          </a:p>
        </p:txBody>
      </p:sp>
      <p:grpSp>
        <p:nvGrpSpPr>
          <p:cNvPr id="692" name="Google Shape;692;p27"/>
          <p:cNvGrpSpPr/>
          <p:nvPr/>
        </p:nvGrpSpPr>
        <p:grpSpPr>
          <a:xfrm>
            <a:off x="6488127" y="502234"/>
            <a:ext cx="1943695" cy="4286750"/>
            <a:chOff x="6617180" y="411456"/>
            <a:chExt cx="1943695" cy="4286750"/>
          </a:xfrm>
        </p:grpSpPr>
        <p:sp>
          <p:nvSpPr>
            <p:cNvPr id="693" name="Google Shape;693;p27"/>
            <p:cNvSpPr/>
            <p:nvPr/>
          </p:nvSpPr>
          <p:spPr>
            <a:xfrm>
              <a:off x="6721055" y="1942557"/>
              <a:ext cx="87569" cy="75118"/>
            </a:xfrm>
            <a:custGeom>
              <a:avLst/>
              <a:gdLst/>
              <a:ahLst/>
              <a:cxnLst/>
              <a:rect l="l" t="t" r="r" b="b"/>
              <a:pathLst>
                <a:path w="4248" h="3644" extrusionOk="0">
                  <a:moveTo>
                    <a:pt x="2427" y="0"/>
                  </a:moveTo>
                  <a:cubicBezTo>
                    <a:pt x="797" y="0"/>
                    <a:pt x="1" y="1972"/>
                    <a:pt x="1138" y="3109"/>
                  </a:cubicBezTo>
                  <a:cubicBezTo>
                    <a:pt x="1507" y="3478"/>
                    <a:pt x="1963" y="3643"/>
                    <a:pt x="2411" y="3643"/>
                  </a:cubicBezTo>
                  <a:cubicBezTo>
                    <a:pt x="3346" y="3643"/>
                    <a:pt x="4247" y="2922"/>
                    <a:pt x="4247" y="1820"/>
                  </a:cubicBezTo>
                  <a:cubicBezTo>
                    <a:pt x="4247" y="834"/>
                    <a:pt x="3451" y="0"/>
                    <a:pt x="2427" y="0"/>
                  </a:cubicBezTo>
                  <a:close/>
                </a:path>
              </a:pathLst>
            </a:custGeom>
            <a:solidFill>
              <a:srgbClr val="C7DD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27"/>
            <p:cNvSpPr/>
            <p:nvPr/>
          </p:nvSpPr>
          <p:spPr>
            <a:xfrm>
              <a:off x="6672797" y="1354866"/>
              <a:ext cx="775920" cy="847657"/>
            </a:xfrm>
            <a:custGeom>
              <a:avLst/>
              <a:gdLst/>
              <a:ahLst/>
              <a:cxnLst/>
              <a:rect l="l" t="t" r="r" b="b"/>
              <a:pathLst>
                <a:path w="37640" h="41120" extrusionOk="0">
                  <a:moveTo>
                    <a:pt x="27565" y="1"/>
                  </a:moveTo>
                  <a:cubicBezTo>
                    <a:pt x="26764" y="1"/>
                    <a:pt x="25981" y="344"/>
                    <a:pt x="25469" y="984"/>
                  </a:cubicBezTo>
                  <a:cubicBezTo>
                    <a:pt x="21109" y="5988"/>
                    <a:pt x="143" y="30140"/>
                    <a:pt x="143" y="31997"/>
                  </a:cubicBezTo>
                  <a:cubicBezTo>
                    <a:pt x="143" y="33980"/>
                    <a:pt x="0" y="41120"/>
                    <a:pt x="5434" y="41120"/>
                  </a:cubicBezTo>
                  <a:cubicBezTo>
                    <a:pt x="5610" y="41120"/>
                    <a:pt x="5793" y="41112"/>
                    <a:pt x="5981" y="41097"/>
                  </a:cubicBezTo>
                  <a:cubicBezTo>
                    <a:pt x="12010" y="40566"/>
                    <a:pt x="30360" y="19979"/>
                    <a:pt x="30360" y="19979"/>
                  </a:cubicBezTo>
                  <a:cubicBezTo>
                    <a:pt x="37640" y="18273"/>
                    <a:pt x="34682" y="1211"/>
                    <a:pt x="28009" y="36"/>
                  </a:cubicBezTo>
                  <a:cubicBezTo>
                    <a:pt x="27862" y="12"/>
                    <a:pt x="27713" y="1"/>
                    <a:pt x="27565" y="1"/>
                  </a:cubicBezTo>
                  <a:close/>
                </a:path>
              </a:pathLst>
            </a:custGeom>
            <a:solidFill>
              <a:srgbClr val="5DD6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27"/>
            <p:cNvSpPr/>
            <p:nvPr/>
          </p:nvSpPr>
          <p:spPr>
            <a:xfrm>
              <a:off x="7022745" y="1569749"/>
              <a:ext cx="209482" cy="339990"/>
            </a:xfrm>
            <a:custGeom>
              <a:avLst/>
              <a:gdLst/>
              <a:ahLst/>
              <a:cxnLst/>
              <a:rect l="l" t="t" r="r" b="b"/>
              <a:pathLst>
                <a:path w="10162" h="16493" extrusionOk="0">
                  <a:moveTo>
                    <a:pt x="4398" y="0"/>
                  </a:moveTo>
                  <a:cubicBezTo>
                    <a:pt x="4398" y="0"/>
                    <a:pt x="1" y="1896"/>
                    <a:pt x="4967" y="8796"/>
                  </a:cubicBezTo>
                  <a:cubicBezTo>
                    <a:pt x="8246" y="13342"/>
                    <a:pt x="8970" y="15235"/>
                    <a:pt x="9079" y="16000"/>
                  </a:cubicBezTo>
                  <a:lnTo>
                    <a:pt x="9079" y="16000"/>
                  </a:lnTo>
                  <a:lnTo>
                    <a:pt x="10161" y="6332"/>
                  </a:lnTo>
                  <a:cubicBezTo>
                    <a:pt x="9782" y="5725"/>
                    <a:pt x="4399" y="1"/>
                    <a:pt x="4398" y="0"/>
                  </a:cubicBezTo>
                  <a:close/>
                  <a:moveTo>
                    <a:pt x="9079" y="16000"/>
                  </a:moveTo>
                  <a:lnTo>
                    <a:pt x="9024" y="16493"/>
                  </a:lnTo>
                  <a:cubicBezTo>
                    <a:pt x="9024" y="16493"/>
                    <a:pt x="9137" y="16403"/>
                    <a:pt x="9079" y="1600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27"/>
            <p:cNvSpPr/>
            <p:nvPr/>
          </p:nvSpPr>
          <p:spPr>
            <a:xfrm>
              <a:off x="7872298" y="1355278"/>
              <a:ext cx="615788" cy="869694"/>
            </a:xfrm>
            <a:custGeom>
              <a:avLst/>
              <a:gdLst/>
              <a:ahLst/>
              <a:cxnLst/>
              <a:rect l="l" t="t" r="r" b="b"/>
              <a:pathLst>
                <a:path w="29872" h="42189" extrusionOk="0">
                  <a:moveTo>
                    <a:pt x="5271" y="1"/>
                  </a:moveTo>
                  <a:cubicBezTo>
                    <a:pt x="5255" y="1"/>
                    <a:pt x="5242" y="6"/>
                    <a:pt x="5233" y="16"/>
                  </a:cubicBezTo>
                  <a:lnTo>
                    <a:pt x="1" y="19655"/>
                  </a:lnTo>
                  <a:cubicBezTo>
                    <a:pt x="1" y="19655"/>
                    <a:pt x="17214" y="41228"/>
                    <a:pt x="23166" y="42100"/>
                  </a:cubicBezTo>
                  <a:cubicBezTo>
                    <a:pt x="23596" y="42160"/>
                    <a:pt x="23995" y="42189"/>
                    <a:pt x="24364" y="42189"/>
                  </a:cubicBezTo>
                  <a:cubicBezTo>
                    <a:pt x="29138" y="42189"/>
                    <a:pt x="29035" y="37439"/>
                    <a:pt x="29422" y="34518"/>
                  </a:cubicBezTo>
                  <a:cubicBezTo>
                    <a:pt x="29871" y="30437"/>
                    <a:pt x="6552" y="1"/>
                    <a:pt x="5271" y="1"/>
                  </a:cubicBezTo>
                  <a:close/>
                </a:path>
              </a:pathLst>
            </a:custGeom>
            <a:solidFill>
              <a:srgbClr val="5DD6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27"/>
            <p:cNvSpPr/>
            <p:nvPr/>
          </p:nvSpPr>
          <p:spPr>
            <a:xfrm>
              <a:off x="7866382" y="1548640"/>
              <a:ext cx="243537" cy="314223"/>
            </a:xfrm>
            <a:custGeom>
              <a:avLst/>
              <a:gdLst/>
              <a:ahLst/>
              <a:cxnLst/>
              <a:rect l="l" t="t" r="r" b="b"/>
              <a:pathLst>
                <a:path w="11814" h="15243" extrusionOk="0">
                  <a:moveTo>
                    <a:pt x="7833" y="1"/>
                  </a:moveTo>
                  <a:cubicBezTo>
                    <a:pt x="7832" y="1"/>
                    <a:pt x="1425" y="4588"/>
                    <a:pt x="970" y="5081"/>
                  </a:cubicBezTo>
                  <a:lnTo>
                    <a:pt x="142" y="14727"/>
                  </a:lnTo>
                  <a:lnTo>
                    <a:pt x="142" y="14727"/>
                  </a:lnTo>
                  <a:cubicBezTo>
                    <a:pt x="406" y="13987"/>
                    <a:pt x="1493" y="12276"/>
                    <a:pt x="5558" y="8531"/>
                  </a:cubicBezTo>
                  <a:cubicBezTo>
                    <a:pt x="11813" y="2731"/>
                    <a:pt x="7833" y="1"/>
                    <a:pt x="7833" y="1"/>
                  </a:cubicBezTo>
                  <a:close/>
                  <a:moveTo>
                    <a:pt x="142" y="14727"/>
                  </a:moveTo>
                  <a:cubicBezTo>
                    <a:pt x="1" y="15126"/>
                    <a:pt x="98" y="15242"/>
                    <a:pt x="98" y="15242"/>
                  </a:cubicBezTo>
                  <a:lnTo>
                    <a:pt x="142" y="1472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27"/>
            <p:cNvSpPr/>
            <p:nvPr/>
          </p:nvSpPr>
          <p:spPr>
            <a:xfrm>
              <a:off x="6900028" y="4272006"/>
              <a:ext cx="405667" cy="426199"/>
            </a:xfrm>
            <a:custGeom>
              <a:avLst/>
              <a:gdLst/>
              <a:ahLst/>
              <a:cxnLst/>
              <a:rect l="l" t="t" r="r" b="b"/>
              <a:pathLst>
                <a:path w="19679" h="20675" extrusionOk="0">
                  <a:moveTo>
                    <a:pt x="15618" y="1"/>
                  </a:moveTo>
                  <a:cubicBezTo>
                    <a:pt x="14332" y="1"/>
                    <a:pt x="12881" y="750"/>
                    <a:pt x="11527" y="2105"/>
                  </a:cubicBezTo>
                  <a:cubicBezTo>
                    <a:pt x="9252" y="5934"/>
                    <a:pt x="6901" y="9460"/>
                    <a:pt x="4172" y="11166"/>
                  </a:cubicBezTo>
                  <a:cubicBezTo>
                    <a:pt x="4172" y="11166"/>
                    <a:pt x="153" y="14199"/>
                    <a:pt x="77" y="15830"/>
                  </a:cubicBezTo>
                  <a:cubicBezTo>
                    <a:pt x="1" y="16702"/>
                    <a:pt x="77" y="17612"/>
                    <a:pt x="304" y="18484"/>
                  </a:cubicBezTo>
                  <a:cubicBezTo>
                    <a:pt x="683" y="19621"/>
                    <a:pt x="1631" y="20569"/>
                    <a:pt x="3754" y="20645"/>
                  </a:cubicBezTo>
                  <a:cubicBezTo>
                    <a:pt x="4041" y="20665"/>
                    <a:pt x="4328" y="20675"/>
                    <a:pt x="4614" y="20675"/>
                  </a:cubicBezTo>
                  <a:cubicBezTo>
                    <a:pt x="7539" y="20675"/>
                    <a:pt x="10381" y="19625"/>
                    <a:pt x="12626" y="17725"/>
                  </a:cubicBezTo>
                  <a:cubicBezTo>
                    <a:pt x="14863" y="15868"/>
                    <a:pt x="19223" y="9915"/>
                    <a:pt x="19223" y="9915"/>
                  </a:cubicBezTo>
                  <a:cubicBezTo>
                    <a:pt x="19337" y="9346"/>
                    <a:pt x="19451" y="8778"/>
                    <a:pt x="19489" y="8209"/>
                  </a:cubicBezTo>
                  <a:cubicBezTo>
                    <a:pt x="19678" y="6200"/>
                    <a:pt x="19413" y="4190"/>
                    <a:pt x="18693" y="2332"/>
                  </a:cubicBezTo>
                  <a:cubicBezTo>
                    <a:pt x="17996" y="731"/>
                    <a:pt x="16887" y="1"/>
                    <a:pt x="156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27"/>
            <p:cNvSpPr/>
            <p:nvPr/>
          </p:nvSpPr>
          <p:spPr>
            <a:xfrm>
              <a:off x="6906295" y="4441208"/>
              <a:ext cx="395484" cy="256998"/>
            </a:xfrm>
            <a:custGeom>
              <a:avLst/>
              <a:gdLst/>
              <a:ahLst/>
              <a:cxnLst/>
              <a:rect l="l" t="t" r="r" b="b"/>
              <a:pathLst>
                <a:path w="19185" h="12467" extrusionOk="0">
                  <a:moveTo>
                    <a:pt x="19185" y="1"/>
                  </a:moveTo>
                  <a:cubicBezTo>
                    <a:pt x="17934" y="1631"/>
                    <a:pt x="14370" y="6257"/>
                    <a:pt x="12019" y="8380"/>
                  </a:cubicBezTo>
                  <a:cubicBezTo>
                    <a:pt x="9724" y="10376"/>
                    <a:pt x="6816" y="11438"/>
                    <a:pt x="3807" y="11438"/>
                  </a:cubicBezTo>
                  <a:cubicBezTo>
                    <a:pt x="3386" y="11438"/>
                    <a:pt x="2964" y="11417"/>
                    <a:pt x="2541" y="11375"/>
                  </a:cubicBezTo>
                  <a:cubicBezTo>
                    <a:pt x="1631" y="11261"/>
                    <a:pt x="721" y="10882"/>
                    <a:pt x="0" y="10276"/>
                  </a:cubicBezTo>
                  <a:lnTo>
                    <a:pt x="0" y="10276"/>
                  </a:lnTo>
                  <a:cubicBezTo>
                    <a:pt x="379" y="11413"/>
                    <a:pt x="1327" y="12361"/>
                    <a:pt x="3450" y="12437"/>
                  </a:cubicBezTo>
                  <a:cubicBezTo>
                    <a:pt x="3737" y="12457"/>
                    <a:pt x="4024" y="12467"/>
                    <a:pt x="4310" y="12467"/>
                  </a:cubicBezTo>
                  <a:cubicBezTo>
                    <a:pt x="7235" y="12467"/>
                    <a:pt x="10077" y="11417"/>
                    <a:pt x="12322" y="9517"/>
                  </a:cubicBezTo>
                  <a:cubicBezTo>
                    <a:pt x="14559" y="7660"/>
                    <a:pt x="18919" y="1707"/>
                    <a:pt x="18919" y="1707"/>
                  </a:cubicBezTo>
                  <a:cubicBezTo>
                    <a:pt x="19033" y="1138"/>
                    <a:pt x="19147" y="570"/>
                    <a:pt x="1918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27"/>
            <p:cNvSpPr/>
            <p:nvPr/>
          </p:nvSpPr>
          <p:spPr>
            <a:xfrm>
              <a:off x="6997739" y="4419418"/>
              <a:ext cx="203215" cy="114821"/>
            </a:xfrm>
            <a:custGeom>
              <a:avLst/>
              <a:gdLst/>
              <a:ahLst/>
              <a:cxnLst/>
              <a:rect l="l" t="t" r="r" b="b"/>
              <a:pathLst>
                <a:path w="9858" h="5570" extrusionOk="0">
                  <a:moveTo>
                    <a:pt x="4832" y="0"/>
                  </a:moveTo>
                  <a:cubicBezTo>
                    <a:pt x="4361" y="0"/>
                    <a:pt x="3873" y="56"/>
                    <a:pt x="3375" y="186"/>
                  </a:cubicBezTo>
                  <a:cubicBezTo>
                    <a:pt x="2351" y="1399"/>
                    <a:pt x="1213" y="2537"/>
                    <a:pt x="0" y="3598"/>
                  </a:cubicBezTo>
                  <a:cubicBezTo>
                    <a:pt x="0" y="3598"/>
                    <a:pt x="161" y="3588"/>
                    <a:pt x="438" y="3588"/>
                  </a:cubicBezTo>
                  <a:cubicBezTo>
                    <a:pt x="1607" y="3588"/>
                    <a:pt x="4855" y="3762"/>
                    <a:pt x="6938" y="5570"/>
                  </a:cubicBezTo>
                  <a:lnTo>
                    <a:pt x="9858" y="2006"/>
                  </a:lnTo>
                  <a:cubicBezTo>
                    <a:pt x="9858" y="2006"/>
                    <a:pt x="7657" y="0"/>
                    <a:pt x="483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27"/>
            <p:cNvSpPr/>
            <p:nvPr/>
          </p:nvSpPr>
          <p:spPr>
            <a:xfrm>
              <a:off x="7096214" y="4302618"/>
              <a:ext cx="205957" cy="93444"/>
            </a:xfrm>
            <a:custGeom>
              <a:avLst/>
              <a:gdLst/>
              <a:ahLst/>
              <a:cxnLst/>
              <a:rect l="l" t="t" r="r" b="b"/>
              <a:pathLst>
                <a:path w="9991" h="4533" extrusionOk="0">
                  <a:moveTo>
                    <a:pt x="5987" y="1"/>
                  </a:moveTo>
                  <a:cubicBezTo>
                    <a:pt x="4306" y="1"/>
                    <a:pt x="2579" y="468"/>
                    <a:pt x="2579" y="468"/>
                  </a:cubicBezTo>
                  <a:cubicBezTo>
                    <a:pt x="2579" y="468"/>
                    <a:pt x="0" y="3312"/>
                    <a:pt x="2920" y="4335"/>
                  </a:cubicBezTo>
                  <a:cubicBezTo>
                    <a:pt x="3328" y="4471"/>
                    <a:pt x="3761" y="4532"/>
                    <a:pt x="4202" y="4532"/>
                  </a:cubicBezTo>
                  <a:cubicBezTo>
                    <a:pt x="6958" y="4532"/>
                    <a:pt x="9990" y="2150"/>
                    <a:pt x="8683" y="809"/>
                  </a:cubicBezTo>
                  <a:cubicBezTo>
                    <a:pt x="8108" y="190"/>
                    <a:pt x="7057" y="1"/>
                    <a:pt x="59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27"/>
            <p:cNvSpPr/>
            <p:nvPr/>
          </p:nvSpPr>
          <p:spPr>
            <a:xfrm>
              <a:off x="7134618" y="4211442"/>
              <a:ext cx="162481" cy="170562"/>
            </a:xfrm>
            <a:custGeom>
              <a:avLst/>
              <a:gdLst/>
              <a:ahLst/>
              <a:cxnLst/>
              <a:rect l="l" t="t" r="r" b="b"/>
              <a:pathLst>
                <a:path w="7882" h="8274" extrusionOk="0">
                  <a:moveTo>
                    <a:pt x="602" y="0"/>
                  </a:moveTo>
                  <a:lnTo>
                    <a:pt x="71" y="6370"/>
                  </a:lnTo>
                  <a:cubicBezTo>
                    <a:pt x="71" y="6370"/>
                    <a:pt x="0" y="8274"/>
                    <a:pt x="2307" y="8274"/>
                  </a:cubicBezTo>
                  <a:cubicBezTo>
                    <a:pt x="2393" y="8274"/>
                    <a:pt x="2481" y="8271"/>
                    <a:pt x="2573" y="8266"/>
                  </a:cubicBezTo>
                  <a:cubicBezTo>
                    <a:pt x="4166" y="8152"/>
                    <a:pt x="5644" y="7431"/>
                    <a:pt x="6706" y="6256"/>
                  </a:cubicBezTo>
                  <a:lnTo>
                    <a:pt x="7881" y="834"/>
                  </a:lnTo>
                  <a:lnTo>
                    <a:pt x="602" y="0"/>
                  </a:lnTo>
                  <a:close/>
                </a:path>
              </a:pathLst>
            </a:custGeom>
            <a:solidFill>
              <a:srgbClr val="F9C8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27"/>
            <p:cNvSpPr/>
            <p:nvPr/>
          </p:nvSpPr>
          <p:spPr>
            <a:xfrm>
              <a:off x="7124352" y="4269264"/>
              <a:ext cx="168748" cy="57864"/>
            </a:xfrm>
            <a:custGeom>
              <a:avLst/>
              <a:gdLst/>
              <a:ahLst/>
              <a:cxnLst/>
              <a:rect l="l" t="t" r="r" b="b"/>
              <a:pathLst>
                <a:path w="8186" h="2807" extrusionOk="0">
                  <a:moveTo>
                    <a:pt x="834" y="1"/>
                  </a:moveTo>
                  <a:lnTo>
                    <a:pt x="834" y="1"/>
                  </a:lnTo>
                  <a:cubicBezTo>
                    <a:pt x="834" y="1"/>
                    <a:pt x="0" y="2769"/>
                    <a:pt x="4095" y="2807"/>
                  </a:cubicBezTo>
                  <a:cubicBezTo>
                    <a:pt x="4124" y="2807"/>
                    <a:pt x="4152" y="2807"/>
                    <a:pt x="4180" y="2807"/>
                  </a:cubicBezTo>
                  <a:cubicBezTo>
                    <a:pt x="8186" y="2807"/>
                    <a:pt x="7924" y="153"/>
                    <a:pt x="7924" y="153"/>
                  </a:cubicBezTo>
                  <a:lnTo>
                    <a:pt x="834" y="1"/>
                  </a:lnTo>
                  <a:close/>
                </a:path>
              </a:pathLst>
            </a:custGeom>
            <a:solidFill>
              <a:srgbClr val="E5AB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27"/>
            <p:cNvSpPr/>
            <p:nvPr/>
          </p:nvSpPr>
          <p:spPr>
            <a:xfrm>
              <a:off x="8145066" y="4277345"/>
              <a:ext cx="415810" cy="416222"/>
            </a:xfrm>
            <a:custGeom>
              <a:avLst/>
              <a:gdLst/>
              <a:ahLst/>
              <a:cxnLst/>
              <a:rect l="l" t="t" r="r" b="b"/>
              <a:pathLst>
                <a:path w="20171" h="20191" extrusionOk="0">
                  <a:moveTo>
                    <a:pt x="3947" y="0"/>
                  </a:moveTo>
                  <a:cubicBezTo>
                    <a:pt x="2614" y="0"/>
                    <a:pt x="1479" y="775"/>
                    <a:pt x="835" y="2452"/>
                  </a:cubicBezTo>
                  <a:cubicBezTo>
                    <a:pt x="190" y="4348"/>
                    <a:pt x="1" y="6395"/>
                    <a:pt x="304" y="8405"/>
                  </a:cubicBezTo>
                  <a:cubicBezTo>
                    <a:pt x="380" y="8936"/>
                    <a:pt x="494" y="9504"/>
                    <a:pt x="645" y="10073"/>
                  </a:cubicBezTo>
                  <a:cubicBezTo>
                    <a:pt x="645" y="10073"/>
                    <a:pt x="5271" y="15836"/>
                    <a:pt x="7584" y="17580"/>
                  </a:cubicBezTo>
                  <a:cubicBezTo>
                    <a:pt x="9806" y="19280"/>
                    <a:pt x="12508" y="20191"/>
                    <a:pt x="15276" y="20191"/>
                  </a:cubicBezTo>
                  <a:cubicBezTo>
                    <a:pt x="15719" y="20191"/>
                    <a:pt x="16163" y="20167"/>
                    <a:pt x="16607" y="20120"/>
                  </a:cubicBezTo>
                  <a:cubicBezTo>
                    <a:pt x="18730" y="19931"/>
                    <a:pt x="19602" y="18945"/>
                    <a:pt x="19905" y="17808"/>
                  </a:cubicBezTo>
                  <a:cubicBezTo>
                    <a:pt x="20133" y="16898"/>
                    <a:pt x="20171" y="16026"/>
                    <a:pt x="20019" y="15116"/>
                  </a:cubicBezTo>
                  <a:cubicBezTo>
                    <a:pt x="19905" y="13523"/>
                    <a:pt x="15735" y="10642"/>
                    <a:pt x="15735" y="10642"/>
                  </a:cubicBezTo>
                  <a:cubicBezTo>
                    <a:pt x="12967" y="9087"/>
                    <a:pt x="10427" y="5675"/>
                    <a:pt x="8001" y="1960"/>
                  </a:cubicBezTo>
                  <a:cubicBezTo>
                    <a:pt x="6639" y="690"/>
                    <a:pt x="5205" y="0"/>
                    <a:pt x="39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27"/>
            <p:cNvSpPr/>
            <p:nvPr/>
          </p:nvSpPr>
          <p:spPr>
            <a:xfrm>
              <a:off x="8151332" y="4450587"/>
              <a:ext cx="404080" cy="242980"/>
            </a:xfrm>
            <a:custGeom>
              <a:avLst/>
              <a:gdLst/>
              <a:ahLst/>
              <a:cxnLst/>
              <a:rect l="l" t="t" r="r" b="b"/>
              <a:pathLst>
                <a:path w="19602" h="11787" extrusionOk="0">
                  <a:moveTo>
                    <a:pt x="0" y="1"/>
                  </a:moveTo>
                  <a:cubicBezTo>
                    <a:pt x="76" y="532"/>
                    <a:pt x="190" y="1100"/>
                    <a:pt x="341" y="1669"/>
                  </a:cubicBezTo>
                  <a:cubicBezTo>
                    <a:pt x="341" y="1669"/>
                    <a:pt x="4967" y="7432"/>
                    <a:pt x="7280" y="9176"/>
                  </a:cubicBezTo>
                  <a:cubicBezTo>
                    <a:pt x="9502" y="10876"/>
                    <a:pt x="12204" y="11787"/>
                    <a:pt x="14972" y="11787"/>
                  </a:cubicBezTo>
                  <a:cubicBezTo>
                    <a:pt x="15415" y="11787"/>
                    <a:pt x="15859" y="11763"/>
                    <a:pt x="16303" y="11716"/>
                  </a:cubicBezTo>
                  <a:cubicBezTo>
                    <a:pt x="18426" y="11527"/>
                    <a:pt x="19298" y="10541"/>
                    <a:pt x="19601" y="9404"/>
                  </a:cubicBezTo>
                  <a:lnTo>
                    <a:pt x="19601" y="9404"/>
                  </a:lnTo>
                  <a:cubicBezTo>
                    <a:pt x="18919" y="10048"/>
                    <a:pt x="18047" y="10465"/>
                    <a:pt x="17137" y="10579"/>
                  </a:cubicBezTo>
                  <a:cubicBezTo>
                    <a:pt x="16506" y="10676"/>
                    <a:pt x="15875" y="10724"/>
                    <a:pt x="15248" y="10724"/>
                  </a:cubicBezTo>
                  <a:cubicBezTo>
                    <a:pt x="12449" y="10724"/>
                    <a:pt x="9737" y="9773"/>
                    <a:pt x="7507" y="8039"/>
                  </a:cubicBezTo>
                  <a:cubicBezTo>
                    <a:pt x="5081" y="5991"/>
                    <a:pt x="1327" y="1555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27"/>
            <p:cNvSpPr/>
            <p:nvPr/>
          </p:nvSpPr>
          <p:spPr>
            <a:xfrm>
              <a:off x="8253703" y="4419027"/>
              <a:ext cx="204019" cy="116780"/>
            </a:xfrm>
            <a:custGeom>
              <a:avLst/>
              <a:gdLst/>
              <a:ahLst/>
              <a:cxnLst/>
              <a:rect l="l" t="t" r="r" b="b"/>
              <a:pathLst>
                <a:path w="9897" h="5665" extrusionOk="0">
                  <a:moveTo>
                    <a:pt x="5158" y="1"/>
                  </a:moveTo>
                  <a:cubicBezTo>
                    <a:pt x="2215" y="1"/>
                    <a:pt x="1" y="2214"/>
                    <a:pt x="1" y="2214"/>
                  </a:cubicBezTo>
                  <a:lnTo>
                    <a:pt x="3072" y="5665"/>
                  </a:lnTo>
                  <a:cubicBezTo>
                    <a:pt x="5351" y="3456"/>
                    <a:pt x="9370" y="3389"/>
                    <a:pt x="9849" y="3389"/>
                  </a:cubicBezTo>
                  <a:cubicBezTo>
                    <a:pt x="9880" y="3389"/>
                    <a:pt x="9896" y="3390"/>
                    <a:pt x="9896" y="3390"/>
                  </a:cubicBezTo>
                  <a:cubicBezTo>
                    <a:pt x="8645" y="2404"/>
                    <a:pt x="7470" y="1304"/>
                    <a:pt x="6370" y="129"/>
                  </a:cubicBezTo>
                  <a:cubicBezTo>
                    <a:pt x="5955" y="40"/>
                    <a:pt x="5550" y="1"/>
                    <a:pt x="51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27"/>
            <p:cNvSpPr/>
            <p:nvPr/>
          </p:nvSpPr>
          <p:spPr>
            <a:xfrm>
              <a:off x="8148220" y="4307731"/>
              <a:ext cx="205544" cy="92104"/>
            </a:xfrm>
            <a:custGeom>
              <a:avLst/>
              <a:gdLst/>
              <a:ahLst/>
              <a:cxnLst/>
              <a:rect l="l" t="t" r="r" b="b"/>
              <a:pathLst>
                <a:path w="9971" h="4468" extrusionOk="0">
                  <a:moveTo>
                    <a:pt x="4276" y="1"/>
                  </a:moveTo>
                  <a:cubicBezTo>
                    <a:pt x="3066" y="1"/>
                    <a:pt x="1809" y="207"/>
                    <a:pt x="1175" y="941"/>
                  </a:cubicBezTo>
                  <a:cubicBezTo>
                    <a:pt x="0" y="2306"/>
                    <a:pt x="2892" y="4468"/>
                    <a:pt x="5578" y="4468"/>
                  </a:cubicBezTo>
                  <a:cubicBezTo>
                    <a:pt x="6100" y="4468"/>
                    <a:pt x="6614" y="4386"/>
                    <a:pt x="7089" y="4201"/>
                  </a:cubicBezTo>
                  <a:cubicBezTo>
                    <a:pt x="9971" y="3064"/>
                    <a:pt x="7279" y="334"/>
                    <a:pt x="7279" y="334"/>
                  </a:cubicBezTo>
                  <a:cubicBezTo>
                    <a:pt x="7279" y="334"/>
                    <a:pt x="5816" y="1"/>
                    <a:pt x="42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27"/>
            <p:cNvSpPr/>
            <p:nvPr/>
          </p:nvSpPr>
          <p:spPr>
            <a:xfrm>
              <a:off x="8146632" y="4213792"/>
              <a:ext cx="169614" cy="172727"/>
            </a:xfrm>
            <a:custGeom>
              <a:avLst/>
              <a:gdLst/>
              <a:ahLst/>
              <a:cxnLst/>
              <a:rect l="l" t="t" r="r" b="b"/>
              <a:pathLst>
                <a:path w="8228" h="8379" extrusionOk="0">
                  <a:moveTo>
                    <a:pt x="7242" y="0"/>
                  </a:moveTo>
                  <a:lnTo>
                    <a:pt x="1" y="1137"/>
                  </a:lnTo>
                  <a:lnTo>
                    <a:pt x="1441" y="6521"/>
                  </a:lnTo>
                  <a:cubicBezTo>
                    <a:pt x="2541" y="7659"/>
                    <a:pt x="4057" y="8341"/>
                    <a:pt x="5650" y="8379"/>
                  </a:cubicBezTo>
                  <a:cubicBezTo>
                    <a:pt x="8228" y="8379"/>
                    <a:pt x="8038" y="6332"/>
                    <a:pt x="8038" y="6332"/>
                  </a:cubicBezTo>
                  <a:lnTo>
                    <a:pt x="7242" y="0"/>
                  </a:lnTo>
                  <a:close/>
                </a:path>
              </a:pathLst>
            </a:custGeom>
            <a:solidFill>
              <a:srgbClr val="F9C8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27"/>
            <p:cNvSpPr/>
            <p:nvPr/>
          </p:nvSpPr>
          <p:spPr>
            <a:xfrm>
              <a:off x="8154693" y="4247393"/>
              <a:ext cx="168583" cy="84704"/>
            </a:xfrm>
            <a:custGeom>
              <a:avLst/>
              <a:gdLst/>
              <a:ahLst/>
              <a:cxnLst/>
              <a:rect l="l" t="t" r="r" b="b"/>
              <a:pathLst>
                <a:path w="8178" h="4109" extrusionOk="0">
                  <a:moveTo>
                    <a:pt x="7079" y="0"/>
                  </a:moveTo>
                  <a:lnTo>
                    <a:pt x="140" y="1631"/>
                  </a:lnTo>
                  <a:cubicBezTo>
                    <a:pt x="140" y="1631"/>
                    <a:pt x="1" y="4109"/>
                    <a:pt x="3606" y="4109"/>
                  </a:cubicBezTo>
                  <a:cubicBezTo>
                    <a:pt x="3758" y="4109"/>
                    <a:pt x="3917" y="4104"/>
                    <a:pt x="4083" y="4095"/>
                  </a:cubicBezTo>
                  <a:cubicBezTo>
                    <a:pt x="8178" y="3868"/>
                    <a:pt x="7079" y="0"/>
                    <a:pt x="7079" y="0"/>
                  </a:cubicBezTo>
                  <a:close/>
                </a:path>
              </a:pathLst>
            </a:custGeom>
            <a:solidFill>
              <a:srgbClr val="E5AB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27"/>
            <p:cNvSpPr/>
            <p:nvPr/>
          </p:nvSpPr>
          <p:spPr>
            <a:xfrm>
              <a:off x="7122002" y="2474796"/>
              <a:ext cx="1206159" cy="1832420"/>
            </a:xfrm>
            <a:custGeom>
              <a:avLst/>
              <a:gdLst/>
              <a:ahLst/>
              <a:cxnLst/>
              <a:rect l="l" t="t" r="r" b="b"/>
              <a:pathLst>
                <a:path w="58511" h="88891" extrusionOk="0">
                  <a:moveTo>
                    <a:pt x="41251" y="1"/>
                  </a:moveTo>
                  <a:lnTo>
                    <a:pt x="4664" y="1593"/>
                  </a:lnTo>
                  <a:cubicBezTo>
                    <a:pt x="2503" y="15128"/>
                    <a:pt x="2048" y="28891"/>
                    <a:pt x="3299" y="42578"/>
                  </a:cubicBezTo>
                  <a:cubicBezTo>
                    <a:pt x="1517" y="48379"/>
                    <a:pt x="531" y="54407"/>
                    <a:pt x="342" y="60473"/>
                  </a:cubicBezTo>
                  <a:cubicBezTo>
                    <a:pt x="190" y="69914"/>
                    <a:pt x="228" y="86065"/>
                    <a:pt x="228" y="86065"/>
                  </a:cubicBezTo>
                  <a:cubicBezTo>
                    <a:pt x="1" y="87771"/>
                    <a:pt x="3240" y="88890"/>
                    <a:pt x="5950" y="88890"/>
                  </a:cubicBezTo>
                  <a:cubicBezTo>
                    <a:pt x="7756" y="88890"/>
                    <a:pt x="9327" y="88393"/>
                    <a:pt x="9479" y="87240"/>
                  </a:cubicBezTo>
                  <a:cubicBezTo>
                    <a:pt x="9479" y="87240"/>
                    <a:pt x="12853" y="65819"/>
                    <a:pt x="14484" y="59450"/>
                  </a:cubicBezTo>
                  <a:cubicBezTo>
                    <a:pt x="16076" y="53080"/>
                    <a:pt x="16455" y="42464"/>
                    <a:pt x="16455" y="42464"/>
                  </a:cubicBezTo>
                  <a:lnTo>
                    <a:pt x="22711" y="20777"/>
                  </a:lnTo>
                  <a:lnTo>
                    <a:pt x="35298" y="43867"/>
                  </a:lnTo>
                  <a:cubicBezTo>
                    <a:pt x="35298" y="43867"/>
                    <a:pt x="37270" y="54293"/>
                    <a:pt x="39772" y="60360"/>
                  </a:cubicBezTo>
                  <a:cubicBezTo>
                    <a:pt x="42312" y="66388"/>
                    <a:pt x="48871" y="87127"/>
                    <a:pt x="48871" y="87127"/>
                  </a:cubicBezTo>
                  <a:cubicBezTo>
                    <a:pt x="49216" y="88301"/>
                    <a:pt x="50459" y="88792"/>
                    <a:pt x="51919" y="88792"/>
                  </a:cubicBezTo>
                  <a:cubicBezTo>
                    <a:pt x="54795" y="88792"/>
                    <a:pt x="58511" y="86887"/>
                    <a:pt x="57857" y="84549"/>
                  </a:cubicBezTo>
                  <a:cubicBezTo>
                    <a:pt x="57857" y="84511"/>
                    <a:pt x="55468" y="68549"/>
                    <a:pt x="53914" y="59260"/>
                  </a:cubicBezTo>
                  <a:cubicBezTo>
                    <a:pt x="52814" y="53270"/>
                    <a:pt x="50957" y="47469"/>
                    <a:pt x="48341" y="41971"/>
                  </a:cubicBezTo>
                  <a:cubicBezTo>
                    <a:pt x="47772" y="26085"/>
                    <a:pt x="45990" y="11451"/>
                    <a:pt x="41251" y="1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27"/>
            <p:cNvSpPr/>
            <p:nvPr/>
          </p:nvSpPr>
          <p:spPr>
            <a:xfrm>
              <a:off x="7946551" y="2481042"/>
              <a:ext cx="367366" cy="1731204"/>
            </a:xfrm>
            <a:custGeom>
              <a:avLst/>
              <a:gdLst/>
              <a:ahLst/>
              <a:cxnLst/>
              <a:rect l="l" t="t" r="r" b="b"/>
              <a:pathLst>
                <a:path w="17821" h="83981" extrusionOk="0">
                  <a:moveTo>
                    <a:pt x="494" y="1"/>
                  </a:moveTo>
                  <a:lnTo>
                    <a:pt x="1" y="115"/>
                  </a:lnTo>
                  <a:cubicBezTo>
                    <a:pt x="39" y="266"/>
                    <a:pt x="4285" y="13953"/>
                    <a:pt x="5157" y="21839"/>
                  </a:cubicBezTo>
                  <a:cubicBezTo>
                    <a:pt x="5650" y="26275"/>
                    <a:pt x="6029" y="31507"/>
                    <a:pt x="6370" y="35716"/>
                  </a:cubicBezTo>
                  <a:cubicBezTo>
                    <a:pt x="6598" y="39090"/>
                    <a:pt x="6787" y="41782"/>
                    <a:pt x="6977" y="42730"/>
                  </a:cubicBezTo>
                  <a:cubicBezTo>
                    <a:pt x="7242" y="43867"/>
                    <a:pt x="7659" y="44967"/>
                    <a:pt x="8152" y="46066"/>
                  </a:cubicBezTo>
                  <a:cubicBezTo>
                    <a:pt x="10086" y="50426"/>
                    <a:pt x="11526" y="55014"/>
                    <a:pt x="12474" y="59715"/>
                  </a:cubicBezTo>
                  <a:cubicBezTo>
                    <a:pt x="14390" y="69144"/>
                    <a:pt x="17758" y="83710"/>
                    <a:pt x="17819" y="83976"/>
                  </a:cubicBezTo>
                  <a:lnTo>
                    <a:pt x="17819" y="83976"/>
                  </a:lnTo>
                  <a:cubicBezTo>
                    <a:pt x="17751" y="83670"/>
                    <a:pt x="14890" y="69067"/>
                    <a:pt x="12967" y="59602"/>
                  </a:cubicBezTo>
                  <a:cubicBezTo>
                    <a:pt x="12019" y="54862"/>
                    <a:pt x="10541" y="50275"/>
                    <a:pt x="8607" y="45877"/>
                  </a:cubicBezTo>
                  <a:cubicBezTo>
                    <a:pt x="8114" y="44815"/>
                    <a:pt x="7735" y="43754"/>
                    <a:pt x="7432" y="42654"/>
                  </a:cubicBezTo>
                  <a:cubicBezTo>
                    <a:pt x="7280" y="41706"/>
                    <a:pt x="7091" y="39014"/>
                    <a:pt x="6863" y="35640"/>
                  </a:cubicBezTo>
                  <a:cubicBezTo>
                    <a:pt x="6522" y="31469"/>
                    <a:pt x="6143" y="26237"/>
                    <a:pt x="5650" y="21801"/>
                  </a:cubicBezTo>
                  <a:cubicBezTo>
                    <a:pt x="4778" y="13840"/>
                    <a:pt x="531" y="115"/>
                    <a:pt x="494" y="1"/>
                  </a:cubicBezTo>
                  <a:close/>
                  <a:moveTo>
                    <a:pt x="17819" y="83976"/>
                  </a:moveTo>
                  <a:lnTo>
                    <a:pt x="17819" y="83976"/>
                  </a:lnTo>
                  <a:cubicBezTo>
                    <a:pt x="17820" y="83978"/>
                    <a:pt x="17820" y="83979"/>
                    <a:pt x="17820" y="83980"/>
                  </a:cubicBezTo>
                  <a:cubicBezTo>
                    <a:pt x="17820" y="83980"/>
                    <a:pt x="17820" y="83979"/>
                    <a:pt x="17819" y="83976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27"/>
            <p:cNvSpPr/>
            <p:nvPr/>
          </p:nvSpPr>
          <p:spPr>
            <a:xfrm>
              <a:off x="7208747" y="2496688"/>
              <a:ext cx="764396" cy="158400"/>
            </a:xfrm>
            <a:custGeom>
              <a:avLst/>
              <a:gdLst/>
              <a:ahLst/>
              <a:cxnLst/>
              <a:rect l="l" t="t" r="r" b="b"/>
              <a:pathLst>
                <a:path w="37081" h="7684" extrusionOk="0">
                  <a:moveTo>
                    <a:pt x="37081" y="0"/>
                  </a:moveTo>
                  <a:lnTo>
                    <a:pt x="1" y="1972"/>
                  </a:lnTo>
                  <a:cubicBezTo>
                    <a:pt x="1" y="1972"/>
                    <a:pt x="3513" y="7683"/>
                    <a:pt x="13837" y="7683"/>
                  </a:cubicBezTo>
                  <a:cubicBezTo>
                    <a:pt x="14608" y="7683"/>
                    <a:pt x="15417" y="7652"/>
                    <a:pt x="16266" y="7583"/>
                  </a:cubicBezTo>
                  <a:cubicBezTo>
                    <a:pt x="23735" y="6901"/>
                    <a:pt x="30901" y="4284"/>
                    <a:pt x="37081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27"/>
            <p:cNvSpPr/>
            <p:nvPr/>
          </p:nvSpPr>
          <p:spPr>
            <a:xfrm>
              <a:off x="7182958" y="2324745"/>
              <a:ext cx="806594" cy="295113"/>
            </a:xfrm>
            <a:custGeom>
              <a:avLst/>
              <a:gdLst/>
              <a:ahLst/>
              <a:cxnLst/>
              <a:rect l="l" t="t" r="r" b="b"/>
              <a:pathLst>
                <a:path w="39128" h="14316" extrusionOk="0">
                  <a:moveTo>
                    <a:pt x="37232" y="0"/>
                  </a:moveTo>
                  <a:cubicBezTo>
                    <a:pt x="37232" y="0"/>
                    <a:pt x="25201" y="4273"/>
                    <a:pt x="13291" y="4273"/>
                  </a:cubicBezTo>
                  <a:cubicBezTo>
                    <a:pt x="9099" y="4273"/>
                    <a:pt x="4922" y="3744"/>
                    <a:pt x="1290" y="2313"/>
                  </a:cubicBezTo>
                  <a:lnTo>
                    <a:pt x="1" y="9479"/>
                  </a:lnTo>
                  <a:cubicBezTo>
                    <a:pt x="1" y="9479"/>
                    <a:pt x="4342" y="14316"/>
                    <a:pt x="14707" y="14316"/>
                  </a:cubicBezTo>
                  <a:cubicBezTo>
                    <a:pt x="15803" y="14316"/>
                    <a:pt x="16966" y="14262"/>
                    <a:pt x="18199" y="14142"/>
                  </a:cubicBezTo>
                  <a:cubicBezTo>
                    <a:pt x="31090" y="12853"/>
                    <a:pt x="39128" y="8455"/>
                    <a:pt x="39128" y="8455"/>
                  </a:cubicBezTo>
                  <a:lnTo>
                    <a:pt x="37232" y="0"/>
                  </a:lnTo>
                  <a:close/>
                </a:path>
              </a:pathLst>
            </a:custGeom>
            <a:solidFill>
              <a:srgbClr val="5DD6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27"/>
            <p:cNvSpPr/>
            <p:nvPr/>
          </p:nvSpPr>
          <p:spPr>
            <a:xfrm>
              <a:off x="7470589" y="1014834"/>
              <a:ext cx="221974" cy="356090"/>
            </a:xfrm>
            <a:custGeom>
              <a:avLst/>
              <a:gdLst/>
              <a:ahLst/>
              <a:cxnLst/>
              <a:rect l="l" t="t" r="r" b="b"/>
              <a:pathLst>
                <a:path w="10768" h="17274" extrusionOk="0">
                  <a:moveTo>
                    <a:pt x="9896" y="1"/>
                  </a:moveTo>
                  <a:lnTo>
                    <a:pt x="1213" y="3489"/>
                  </a:lnTo>
                  <a:lnTo>
                    <a:pt x="569" y="13574"/>
                  </a:lnTo>
                  <a:cubicBezTo>
                    <a:pt x="569" y="13574"/>
                    <a:pt x="0" y="16796"/>
                    <a:pt x="3337" y="17213"/>
                  </a:cubicBezTo>
                  <a:cubicBezTo>
                    <a:pt x="3637" y="17254"/>
                    <a:pt x="3934" y="17274"/>
                    <a:pt x="4227" y="17274"/>
                  </a:cubicBezTo>
                  <a:cubicBezTo>
                    <a:pt x="7192" y="17274"/>
                    <a:pt x="9716" y="15285"/>
                    <a:pt x="10199" y="13422"/>
                  </a:cubicBezTo>
                  <a:cubicBezTo>
                    <a:pt x="10768" y="11413"/>
                    <a:pt x="9896" y="1"/>
                    <a:pt x="9896" y="1"/>
                  </a:cubicBezTo>
                  <a:close/>
                </a:path>
              </a:pathLst>
            </a:custGeom>
            <a:solidFill>
              <a:srgbClr val="E5AB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27"/>
            <p:cNvSpPr/>
            <p:nvPr/>
          </p:nvSpPr>
          <p:spPr>
            <a:xfrm>
              <a:off x="7488564" y="1005455"/>
              <a:ext cx="192784" cy="181735"/>
            </a:xfrm>
            <a:custGeom>
              <a:avLst/>
              <a:gdLst/>
              <a:ahLst/>
              <a:cxnLst/>
              <a:rect l="l" t="t" r="r" b="b"/>
              <a:pathLst>
                <a:path w="9352" h="8816" extrusionOk="0">
                  <a:moveTo>
                    <a:pt x="9024" y="1"/>
                  </a:moveTo>
                  <a:lnTo>
                    <a:pt x="341" y="3451"/>
                  </a:lnTo>
                  <a:lnTo>
                    <a:pt x="0" y="8721"/>
                  </a:lnTo>
                  <a:cubicBezTo>
                    <a:pt x="190" y="8759"/>
                    <a:pt x="379" y="8797"/>
                    <a:pt x="569" y="8797"/>
                  </a:cubicBezTo>
                  <a:cubicBezTo>
                    <a:pt x="752" y="8809"/>
                    <a:pt x="935" y="8816"/>
                    <a:pt x="1115" y="8816"/>
                  </a:cubicBezTo>
                  <a:cubicBezTo>
                    <a:pt x="5714" y="8816"/>
                    <a:pt x="9352" y="4708"/>
                    <a:pt x="9024" y="38"/>
                  </a:cubicBezTo>
                  <a:lnTo>
                    <a:pt x="9024" y="1"/>
                  </a:lnTo>
                  <a:close/>
                </a:path>
              </a:pathLst>
            </a:custGeom>
            <a:solidFill>
              <a:srgbClr val="E5AB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27"/>
            <p:cNvSpPr/>
            <p:nvPr/>
          </p:nvSpPr>
          <p:spPr>
            <a:xfrm>
              <a:off x="7179062" y="659300"/>
              <a:ext cx="46918" cy="223479"/>
            </a:xfrm>
            <a:custGeom>
              <a:avLst/>
              <a:gdLst/>
              <a:ahLst/>
              <a:cxnLst/>
              <a:rect l="l" t="t" r="r" b="b"/>
              <a:pathLst>
                <a:path w="2276" h="10841" extrusionOk="0">
                  <a:moveTo>
                    <a:pt x="1544" y="0"/>
                  </a:moveTo>
                  <a:cubicBezTo>
                    <a:pt x="1350" y="0"/>
                    <a:pt x="1123" y="343"/>
                    <a:pt x="872" y="1324"/>
                  </a:cubicBezTo>
                  <a:cubicBezTo>
                    <a:pt x="0" y="4622"/>
                    <a:pt x="759" y="10802"/>
                    <a:pt x="759" y="10802"/>
                  </a:cubicBezTo>
                  <a:lnTo>
                    <a:pt x="2275" y="10840"/>
                  </a:lnTo>
                  <a:cubicBezTo>
                    <a:pt x="1744" y="7883"/>
                    <a:pt x="1744" y="4812"/>
                    <a:pt x="2275" y="1854"/>
                  </a:cubicBezTo>
                  <a:cubicBezTo>
                    <a:pt x="2275" y="1854"/>
                    <a:pt x="1997" y="0"/>
                    <a:pt x="1544" y="0"/>
                  </a:cubicBezTo>
                  <a:close/>
                </a:path>
              </a:pathLst>
            </a:custGeom>
            <a:solidFill>
              <a:srgbClr val="270B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27"/>
            <p:cNvSpPr/>
            <p:nvPr/>
          </p:nvSpPr>
          <p:spPr>
            <a:xfrm>
              <a:off x="7190771" y="836624"/>
              <a:ext cx="87569" cy="144629"/>
            </a:xfrm>
            <a:custGeom>
              <a:avLst/>
              <a:gdLst/>
              <a:ahLst/>
              <a:cxnLst/>
              <a:rect l="l" t="t" r="r" b="b"/>
              <a:pathLst>
                <a:path w="4248" h="7016" extrusionOk="0">
                  <a:moveTo>
                    <a:pt x="2571" y="0"/>
                  </a:moveTo>
                  <a:cubicBezTo>
                    <a:pt x="2561" y="0"/>
                    <a:pt x="2551" y="1"/>
                    <a:pt x="2541" y="1"/>
                  </a:cubicBezTo>
                  <a:lnTo>
                    <a:pt x="1480" y="1"/>
                  </a:lnTo>
                  <a:cubicBezTo>
                    <a:pt x="645" y="39"/>
                    <a:pt x="1" y="1631"/>
                    <a:pt x="77" y="3565"/>
                  </a:cubicBezTo>
                  <a:cubicBezTo>
                    <a:pt x="153" y="5499"/>
                    <a:pt x="873" y="7015"/>
                    <a:pt x="1707" y="7015"/>
                  </a:cubicBezTo>
                  <a:lnTo>
                    <a:pt x="2807" y="7015"/>
                  </a:lnTo>
                  <a:cubicBezTo>
                    <a:pt x="3641" y="6977"/>
                    <a:pt x="4247" y="5385"/>
                    <a:pt x="4171" y="3451"/>
                  </a:cubicBezTo>
                  <a:cubicBezTo>
                    <a:pt x="4134" y="1541"/>
                    <a:pt x="3393" y="0"/>
                    <a:pt x="25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27"/>
            <p:cNvSpPr/>
            <p:nvPr/>
          </p:nvSpPr>
          <p:spPr>
            <a:xfrm>
              <a:off x="7213447" y="836624"/>
              <a:ext cx="64894" cy="144629"/>
            </a:xfrm>
            <a:custGeom>
              <a:avLst/>
              <a:gdLst/>
              <a:ahLst/>
              <a:cxnLst/>
              <a:rect l="l" t="t" r="r" b="b"/>
              <a:pathLst>
                <a:path w="3148" h="7016" extrusionOk="0">
                  <a:moveTo>
                    <a:pt x="1471" y="0"/>
                  </a:moveTo>
                  <a:cubicBezTo>
                    <a:pt x="1461" y="0"/>
                    <a:pt x="1451" y="1"/>
                    <a:pt x="1441" y="1"/>
                  </a:cubicBezTo>
                  <a:cubicBezTo>
                    <a:pt x="607" y="39"/>
                    <a:pt x="0" y="1631"/>
                    <a:pt x="76" y="3565"/>
                  </a:cubicBezTo>
                  <a:cubicBezTo>
                    <a:pt x="152" y="5499"/>
                    <a:pt x="872" y="7015"/>
                    <a:pt x="1707" y="7015"/>
                  </a:cubicBezTo>
                  <a:cubicBezTo>
                    <a:pt x="2541" y="6977"/>
                    <a:pt x="3147" y="5385"/>
                    <a:pt x="3071" y="3451"/>
                  </a:cubicBezTo>
                  <a:cubicBezTo>
                    <a:pt x="3034" y="1541"/>
                    <a:pt x="2293" y="0"/>
                    <a:pt x="1471" y="0"/>
                  </a:cubicBezTo>
                  <a:close/>
                </a:path>
              </a:pathLst>
            </a:custGeom>
            <a:solidFill>
              <a:srgbClr val="3FA8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27"/>
            <p:cNvSpPr/>
            <p:nvPr/>
          </p:nvSpPr>
          <p:spPr>
            <a:xfrm>
              <a:off x="7210313" y="782677"/>
              <a:ext cx="151659" cy="249391"/>
            </a:xfrm>
            <a:custGeom>
              <a:avLst/>
              <a:gdLst/>
              <a:ahLst/>
              <a:cxnLst/>
              <a:rect l="l" t="t" r="r" b="b"/>
              <a:pathLst>
                <a:path w="7357" h="12098" extrusionOk="0">
                  <a:moveTo>
                    <a:pt x="4458" y="1"/>
                  </a:moveTo>
                  <a:cubicBezTo>
                    <a:pt x="4438" y="1"/>
                    <a:pt x="4419" y="1"/>
                    <a:pt x="4399" y="2"/>
                  </a:cubicBezTo>
                  <a:lnTo>
                    <a:pt x="2503" y="2"/>
                  </a:lnTo>
                  <a:cubicBezTo>
                    <a:pt x="1062" y="40"/>
                    <a:pt x="1" y="2808"/>
                    <a:pt x="115" y="6144"/>
                  </a:cubicBezTo>
                  <a:cubicBezTo>
                    <a:pt x="265" y="9494"/>
                    <a:pt x="1499" y="12097"/>
                    <a:pt x="2927" y="12097"/>
                  </a:cubicBezTo>
                  <a:cubicBezTo>
                    <a:pt x="2937" y="12097"/>
                    <a:pt x="2948" y="12097"/>
                    <a:pt x="2958" y="12097"/>
                  </a:cubicBezTo>
                  <a:lnTo>
                    <a:pt x="4854" y="12097"/>
                  </a:lnTo>
                  <a:cubicBezTo>
                    <a:pt x="6294" y="12021"/>
                    <a:pt x="7356" y="9291"/>
                    <a:pt x="7242" y="5955"/>
                  </a:cubicBezTo>
                  <a:cubicBezTo>
                    <a:pt x="7130" y="2664"/>
                    <a:pt x="5875" y="1"/>
                    <a:pt x="44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27"/>
            <p:cNvSpPr/>
            <p:nvPr/>
          </p:nvSpPr>
          <p:spPr>
            <a:xfrm>
              <a:off x="7249398" y="781914"/>
              <a:ext cx="112574" cy="249391"/>
            </a:xfrm>
            <a:custGeom>
              <a:avLst/>
              <a:gdLst/>
              <a:ahLst/>
              <a:cxnLst/>
              <a:rect l="l" t="t" r="r" b="b"/>
              <a:pathLst>
                <a:path w="5461" h="12098" extrusionOk="0">
                  <a:moveTo>
                    <a:pt x="2533" y="1"/>
                  </a:moveTo>
                  <a:cubicBezTo>
                    <a:pt x="2523" y="1"/>
                    <a:pt x="2513" y="1"/>
                    <a:pt x="2503" y="1"/>
                  </a:cubicBezTo>
                  <a:cubicBezTo>
                    <a:pt x="1062" y="77"/>
                    <a:pt x="0" y="2807"/>
                    <a:pt x="114" y="6143"/>
                  </a:cubicBezTo>
                  <a:cubicBezTo>
                    <a:pt x="264" y="9470"/>
                    <a:pt x="1482" y="12097"/>
                    <a:pt x="2898" y="12097"/>
                  </a:cubicBezTo>
                  <a:cubicBezTo>
                    <a:pt x="2918" y="12097"/>
                    <a:pt x="2938" y="12097"/>
                    <a:pt x="2958" y="12096"/>
                  </a:cubicBezTo>
                  <a:cubicBezTo>
                    <a:pt x="4398" y="12058"/>
                    <a:pt x="5460" y="9290"/>
                    <a:pt x="5346" y="5954"/>
                  </a:cubicBezTo>
                  <a:cubicBezTo>
                    <a:pt x="5233" y="2641"/>
                    <a:pt x="3962" y="1"/>
                    <a:pt x="25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27"/>
            <p:cNvSpPr/>
            <p:nvPr/>
          </p:nvSpPr>
          <p:spPr>
            <a:xfrm>
              <a:off x="7166549" y="663918"/>
              <a:ext cx="40672" cy="254029"/>
            </a:xfrm>
            <a:custGeom>
              <a:avLst/>
              <a:gdLst/>
              <a:ahLst/>
              <a:cxnLst/>
              <a:rect l="l" t="t" r="r" b="b"/>
              <a:pathLst>
                <a:path w="1973" h="12323" extrusionOk="0">
                  <a:moveTo>
                    <a:pt x="1366" y="0"/>
                  </a:moveTo>
                  <a:cubicBezTo>
                    <a:pt x="1366" y="0"/>
                    <a:pt x="1" y="6521"/>
                    <a:pt x="1328" y="12322"/>
                  </a:cubicBezTo>
                  <a:lnTo>
                    <a:pt x="1858" y="12322"/>
                  </a:lnTo>
                  <a:cubicBezTo>
                    <a:pt x="1858" y="12322"/>
                    <a:pt x="531" y="6028"/>
                    <a:pt x="1972" y="417"/>
                  </a:cubicBezTo>
                  <a:lnTo>
                    <a:pt x="13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27"/>
            <p:cNvSpPr/>
            <p:nvPr/>
          </p:nvSpPr>
          <p:spPr>
            <a:xfrm>
              <a:off x="7223610" y="680286"/>
              <a:ext cx="133271" cy="156050"/>
            </a:xfrm>
            <a:custGeom>
              <a:avLst/>
              <a:gdLst/>
              <a:ahLst/>
              <a:cxnLst/>
              <a:rect l="l" t="t" r="r" b="b"/>
              <a:pathLst>
                <a:path w="6465" h="7570" extrusionOk="0">
                  <a:moveTo>
                    <a:pt x="4584" y="1"/>
                  </a:moveTo>
                  <a:cubicBezTo>
                    <a:pt x="4573" y="1"/>
                    <a:pt x="4562" y="1"/>
                    <a:pt x="4550" y="2"/>
                  </a:cubicBezTo>
                  <a:cubicBezTo>
                    <a:pt x="3602" y="40"/>
                    <a:pt x="2730" y="419"/>
                    <a:pt x="2010" y="1026"/>
                  </a:cubicBezTo>
                  <a:cubicBezTo>
                    <a:pt x="2010" y="1026"/>
                    <a:pt x="0" y="4021"/>
                    <a:pt x="3337" y="7016"/>
                  </a:cubicBezTo>
                  <a:cubicBezTo>
                    <a:pt x="3761" y="7402"/>
                    <a:pt x="4122" y="7569"/>
                    <a:pt x="4425" y="7569"/>
                  </a:cubicBezTo>
                  <a:cubicBezTo>
                    <a:pt x="6464" y="7569"/>
                    <a:pt x="5914" y="1"/>
                    <a:pt x="458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27"/>
            <p:cNvSpPr/>
            <p:nvPr/>
          </p:nvSpPr>
          <p:spPr>
            <a:xfrm>
              <a:off x="7280670" y="572350"/>
              <a:ext cx="423622" cy="581775"/>
            </a:xfrm>
            <a:custGeom>
              <a:avLst/>
              <a:gdLst/>
              <a:ahLst/>
              <a:cxnLst/>
              <a:rect l="l" t="t" r="r" b="b"/>
              <a:pathLst>
                <a:path w="20550" h="28222" extrusionOk="0">
                  <a:moveTo>
                    <a:pt x="10008" y="1"/>
                  </a:moveTo>
                  <a:cubicBezTo>
                    <a:pt x="9896" y="1"/>
                    <a:pt x="9783" y="2"/>
                    <a:pt x="9668" y="6"/>
                  </a:cubicBezTo>
                  <a:cubicBezTo>
                    <a:pt x="4663" y="196"/>
                    <a:pt x="2161" y="3911"/>
                    <a:pt x="986" y="7779"/>
                  </a:cubicBezTo>
                  <a:cubicBezTo>
                    <a:pt x="152" y="10736"/>
                    <a:pt x="0" y="14262"/>
                    <a:pt x="152" y="17560"/>
                  </a:cubicBezTo>
                  <a:cubicBezTo>
                    <a:pt x="410" y="24901"/>
                    <a:pt x="4795" y="28222"/>
                    <a:pt x="10165" y="28222"/>
                  </a:cubicBezTo>
                  <a:cubicBezTo>
                    <a:pt x="10315" y="28222"/>
                    <a:pt x="10465" y="28219"/>
                    <a:pt x="10616" y="28214"/>
                  </a:cubicBezTo>
                  <a:cubicBezTo>
                    <a:pt x="16151" y="27987"/>
                    <a:pt x="20549" y="24347"/>
                    <a:pt x="20284" y="16802"/>
                  </a:cubicBezTo>
                  <a:cubicBezTo>
                    <a:pt x="20208" y="14224"/>
                    <a:pt x="19867" y="11646"/>
                    <a:pt x="19260" y="9144"/>
                  </a:cubicBezTo>
                  <a:cubicBezTo>
                    <a:pt x="18034" y="4499"/>
                    <a:pt x="15497" y="1"/>
                    <a:pt x="10008" y="1"/>
                  </a:cubicBezTo>
                  <a:close/>
                </a:path>
              </a:pathLst>
            </a:custGeom>
            <a:solidFill>
              <a:srgbClr val="F9C8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27"/>
            <p:cNvSpPr/>
            <p:nvPr/>
          </p:nvSpPr>
          <p:spPr>
            <a:xfrm>
              <a:off x="7636265" y="769422"/>
              <a:ext cx="117955" cy="219438"/>
            </a:xfrm>
            <a:custGeom>
              <a:avLst/>
              <a:gdLst/>
              <a:ahLst/>
              <a:cxnLst/>
              <a:rect l="l" t="t" r="r" b="b"/>
              <a:pathLst>
                <a:path w="5722" h="10645" extrusionOk="0">
                  <a:moveTo>
                    <a:pt x="1315" y="0"/>
                  </a:moveTo>
                  <a:cubicBezTo>
                    <a:pt x="1306" y="0"/>
                    <a:pt x="1298" y="0"/>
                    <a:pt x="1290" y="1"/>
                  </a:cubicBezTo>
                  <a:cubicBezTo>
                    <a:pt x="1290" y="1"/>
                    <a:pt x="1" y="1593"/>
                    <a:pt x="115" y="5346"/>
                  </a:cubicBezTo>
                  <a:cubicBezTo>
                    <a:pt x="217" y="8767"/>
                    <a:pt x="1400" y="10645"/>
                    <a:pt x="2744" y="10645"/>
                  </a:cubicBezTo>
                  <a:cubicBezTo>
                    <a:pt x="2890" y="10645"/>
                    <a:pt x="3037" y="10623"/>
                    <a:pt x="3186" y="10579"/>
                  </a:cubicBezTo>
                  <a:cubicBezTo>
                    <a:pt x="4699" y="10087"/>
                    <a:pt x="5722" y="0"/>
                    <a:pt x="1315" y="0"/>
                  </a:cubicBezTo>
                  <a:close/>
                </a:path>
              </a:pathLst>
            </a:custGeom>
            <a:solidFill>
              <a:srgbClr val="E5AB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27"/>
            <p:cNvSpPr/>
            <p:nvPr/>
          </p:nvSpPr>
          <p:spPr>
            <a:xfrm>
              <a:off x="7300975" y="572350"/>
              <a:ext cx="390021" cy="298700"/>
            </a:xfrm>
            <a:custGeom>
              <a:avLst/>
              <a:gdLst/>
              <a:ahLst/>
              <a:cxnLst/>
              <a:rect l="l" t="t" r="r" b="b"/>
              <a:pathLst>
                <a:path w="18920" h="14490" extrusionOk="0">
                  <a:moveTo>
                    <a:pt x="9023" y="1"/>
                  </a:moveTo>
                  <a:cubicBezTo>
                    <a:pt x="8911" y="1"/>
                    <a:pt x="8798" y="2"/>
                    <a:pt x="8683" y="6"/>
                  </a:cubicBezTo>
                  <a:cubicBezTo>
                    <a:pt x="3678" y="196"/>
                    <a:pt x="1138" y="3911"/>
                    <a:pt x="1" y="7779"/>
                  </a:cubicBezTo>
                  <a:cubicBezTo>
                    <a:pt x="19" y="7780"/>
                    <a:pt x="39" y="7780"/>
                    <a:pt x="58" y="7780"/>
                  </a:cubicBezTo>
                  <a:cubicBezTo>
                    <a:pt x="707" y="7780"/>
                    <a:pt x="1756" y="7155"/>
                    <a:pt x="3413" y="5314"/>
                  </a:cubicBezTo>
                  <a:cubicBezTo>
                    <a:pt x="3413" y="5314"/>
                    <a:pt x="4087" y="6348"/>
                    <a:pt x="5668" y="6348"/>
                  </a:cubicBezTo>
                  <a:cubicBezTo>
                    <a:pt x="6991" y="6348"/>
                    <a:pt x="8949" y="5624"/>
                    <a:pt x="11678" y="2964"/>
                  </a:cubicBezTo>
                  <a:lnTo>
                    <a:pt x="11678" y="2964"/>
                  </a:lnTo>
                  <a:cubicBezTo>
                    <a:pt x="11678" y="2964"/>
                    <a:pt x="10958" y="6338"/>
                    <a:pt x="16114" y="7324"/>
                  </a:cubicBezTo>
                  <a:lnTo>
                    <a:pt x="18920" y="14489"/>
                  </a:lnTo>
                  <a:lnTo>
                    <a:pt x="18275" y="9144"/>
                  </a:lnTo>
                  <a:cubicBezTo>
                    <a:pt x="17049" y="4499"/>
                    <a:pt x="14512" y="1"/>
                    <a:pt x="9023" y="1"/>
                  </a:cubicBezTo>
                  <a:close/>
                </a:path>
              </a:pathLst>
            </a:custGeom>
            <a:solidFill>
              <a:srgbClr val="E5AB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27"/>
            <p:cNvSpPr/>
            <p:nvPr/>
          </p:nvSpPr>
          <p:spPr>
            <a:xfrm>
              <a:off x="7149357" y="411456"/>
              <a:ext cx="640896" cy="451781"/>
            </a:xfrm>
            <a:custGeom>
              <a:avLst/>
              <a:gdLst/>
              <a:ahLst/>
              <a:cxnLst/>
              <a:rect l="l" t="t" r="r" b="b"/>
              <a:pathLst>
                <a:path w="31090" h="21916" extrusionOk="0">
                  <a:moveTo>
                    <a:pt x="12245" y="1"/>
                  </a:moveTo>
                  <a:cubicBezTo>
                    <a:pt x="10950" y="1"/>
                    <a:pt x="9808" y="288"/>
                    <a:pt x="8986" y="873"/>
                  </a:cubicBezTo>
                  <a:cubicBezTo>
                    <a:pt x="6218" y="2807"/>
                    <a:pt x="7090" y="4702"/>
                    <a:pt x="7090" y="4702"/>
                  </a:cubicBezTo>
                  <a:cubicBezTo>
                    <a:pt x="7090" y="4702"/>
                    <a:pt x="1782" y="5878"/>
                    <a:pt x="759" y="9176"/>
                  </a:cubicBezTo>
                  <a:cubicBezTo>
                    <a:pt x="1" y="11565"/>
                    <a:pt x="645" y="13726"/>
                    <a:pt x="2237" y="14749"/>
                  </a:cubicBezTo>
                  <a:cubicBezTo>
                    <a:pt x="2906" y="15172"/>
                    <a:pt x="3705" y="15398"/>
                    <a:pt x="4514" y="15398"/>
                  </a:cubicBezTo>
                  <a:cubicBezTo>
                    <a:pt x="4577" y="15398"/>
                    <a:pt x="4639" y="15397"/>
                    <a:pt x="4702" y="15394"/>
                  </a:cubicBezTo>
                  <a:cubicBezTo>
                    <a:pt x="8038" y="15280"/>
                    <a:pt x="11526" y="10541"/>
                    <a:pt x="11526" y="10541"/>
                  </a:cubicBezTo>
                  <a:cubicBezTo>
                    <a:pt x="11716" y="11641"/>
                    <a:pt x="12626" y="12437"/>
                    <a:pt x="13763" y="12475"/>
                  </a:cubicBezTo>
                  <a:cubicBezTo>
                    <a:pt x="13821" y="12481"/>
                    <a:pt x="13880" y="12485"/>
                    <a:pt x="13942" y="12485"/>
                  </a:cubicBezTo>
                  <a:cubicBezTo>
                    <a:pt x="15987" y="12485"/>
                    <a:pt x="20132" y="8911"/>
                    <a:pt x="20133" y="8911"/>
                  </a:cubicBezTo>
                  <a:lnTo>
                    <a:pt x="20133" y="8911"/>
                  </a:lnTo>
                  <a:cubicBezTo>
                    <a:pt x="19147" y="12247"/>
                    <a:pt x="24152" y="14939"/>
                    <a:pt x="24152" y="14939"/>
                  </a:cubicBezTo>
                  <a:lnTo>
                    <a:pt x="25554" y="21915"/>
                  </a:lnTo>
                  <a:lnTo>
                    <a:pt x="28777" y="21877"/>
                  </a:lnTo>
                  <a:cubicBezTo>
                    <a:pt x="28777" y="21877"/>
                    <a:pt x="31090" y="15053"/>
                    <a:pt x="28170" y="8911"/>
                  </a:cubicBezTo>
                  <a:cubicBezTo>
                    <a:pt x="27602" y="7735"/>
                    <a:pt x="26881" y="6636"/>
                    <a:pt x="25971" y="5650"/>
                  </a:cubicBezTo>
                  <a:cubicBezTo>
                    <a:pt x="24225" y="3729"/>
                    <a:pt x="22495" y="3400"/>
                    <a:pt x="21516" y="3400"/>
                  </a:cubicBezTo>
                  <a:cubicBezTo>
                    <a:pt x="21007" y="3400"/>
                    <a:pt x="20701" y="3489"/>
                    <a:pt x="20701" y="3489"/>
                  </a:cubicBezTo>
                  <a:cubicBezTo>
                    <a:pt x="18181" y="1198"/>
                    <a:pt x="14892" y="1"/>
                    <a:pt x="1224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27"/>
            <p:cNvSpPr/>
            <p:nvPr/>
          </p:nvSpPr>
          <p:spPr>
            <a:xfrm>
              <a:off x="7457416" y="716093"/>
              <a:ext cx="139806" cy="51000"/>
            </a:xfrm>
            <a:custGeom>
              <a:avLst/>
              <a:gdLst/>
              <a:ahLst/>
              <a:cxnLst/>
              <a:rect l="l" t="t" r="r" b="b"/>
              <a:pathLst>
                <a:path w="6782" h="2474" extrusionOk="0">
                  <a:moveTo>
                    <a:pt x="3517" y="1"/>
                  </a:moveTo>
                  <a:cubicBezTo>
                    <a:pt x="2078" y="1"/>
                    <a:pt x="186" y="645"/>
                    <a:pt x="32" y="768"/>
                  </a:cubicBezTo>
                  <a:cubicBezTo>
                    <a:pt x="32" y="768"/>
                    <a:pt x="1" y="1901"/>
                    <a:pt x="541" y="1901"/>
                  </a:cubicBezTo>
                  <a:cubicBezTo>
                    <a:pt x="593" y="1901"/>
                    <a:pt x="651" y="1891"/>
                    <a:pt x="715" y="1867"/>
                  </a:cubicBezTo>
                  <a:cubicBezTo>
                    <a:pt x="1701" y="1564"/>
                    <a:pt x="2686" y="1412"/>
                    <a:pt x="3710" y="1412"/>
                  </a:cubicBezTo>
                  <a:cubicBezTo>
                    <a:pt x="4317" y="1412"/>
                    <a:pt x="5340" y="2398"/>
                    <a:pt x="5795" y="2474"/>
                  </a:cubicBezTo>
                  <a:cubicBezTo>
                    <a:pt x="6137" y="2474"/>
                    <a:pt x="6516" y="2360"/>
                    <a:pt x="6781" y="2171"/>
                  </a:cubicBezTo>
                  <a:cubicBezTo>
                    <a:pt x="6781" y="2171"/>
                    <a:pt x="5795" y="578"/>
                    <a:pt x="4430" y="123"/>
                  </a:cubicBezTo>
                  <a:cubicBezTo>
                    <a:pt x="4170" y="36"/>
                    <a:pt x="3856" y="1"/>
                    <a:pt x="3517" y="1"/>
                  </a:cubicBezTo>
                  <a:close/>
                </a:path>
              </a:pathLst>
            </a:custGeom>
            <a:solidFill>
              <a:srgbClr val="783F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27"/>
            <p:cNvSpPr/>
            <p:nvPr/>
          </p:nvSpPr>
          <p:spPr>
            <a:xfrm>
              <a:off x="7280670" y="744705"/>
              <a:ext cx="114471" cy="64069"/>
            </a:xfrm>
            <a:custGeom>
              <a:avLst/>
              <a:gdLst/>
              <a:ahLst/>
              <a:cxnLst/>
              <a:rect l="l" t="t" r="r" b="b"/>
              <a:pathLst>
                <a:path w="5553" h="3108" extrusionOk="0">
                  <a:moveTo>
                    <a:pt x="3761" y="0"/>
                  </a:moveTo>
                  <a:cubicBezTo>
                    <a:pt x="3074" y="0"/>
                    <a:pt x="2281" y="108"/>
                    <a:pt x="1706" y="479"/>
                  </a:cubicBezTo>
                  <a:cubicBezTo>
                    <a:pt x="531" y="1237"/>
                    <a:pt x="0" y="2982"/>
                    <a:pt x="0" y="2982"/>
                  </a:cubicBezTo>
                  <a:cubicBezTo>
                    <a:pt x="178" y="3070"/>
                    <a:pt x="381" y="3107"/>
                    <a:pt x="581" y="3107"/>
                  </a:cubicBezTo>
                  <a:cubicBezTo>
                    <a:pt x="722" y="3107"/>
                    <a:pt x="860" y="3089"/>
                    <a:pt x="986" y="3057"/>
                  </a:cubicBezTo>
                  <a:cubicBezTo>
                    <a:pt x="1403" y="2868"/>
                    <a:pt x="2123" y="1692"/>
                    <a:pt x="2692" y="1541"/>
                  </a:cubicBezTo>
                  <a:cubicBezTo>
                    <a:pt x="3118" y="1422"/>
                    <a:pt x="3575" y="1363"/>
                    <a:pt x="4033" y="1363"/>
                  </a:cubicBezTo>
                  <a:cubicBezTo>
                    <a:pt x="4307" y="1363"/>
                    <a:pt x="4583" y="1384"/>
                    <a:pt x="4853" y="1427"/>
                  </a:cubicBezTo>
                  <a:cubicBezTo>
                    <a:pt x="4873" y="1429"/>
                    <a:pt x="4892" y="1430"/>
                    <a:pt x="4911" y="1430"/>
                  </a:cubicBezTo>
                  <a:cubicBezTo>
                    <a:pt x="5553" y="1430"/>
                    <a:pt x="5194" y="176"/>
                    <a:pt x="5194" y="176"/>
                  </a:cubicBezTo>
                  <a:cubicBezTo>
                    <a:pt x="5078" y="118"/>
                    <a:pt x="4477" y="0"/>
                    <a:pt x="3761" y="0"/>
                  </a:cubicBezTo>
                  <a:close/>
                </a:path>
              </a:pathLst>
            </a:custGeom>
            <a:solidFill>
              <a:srgbClr val="783F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27"/>
            <p:cNvSpPr/>
            <p:nvPr/>
          </p:nvSpPr>
          <p:spPr>
            <a:xfrm>
              <a:off x="7508086" y="789747"/>
              <a:ext cx="33642" cy="46135"/>
            </a:xfrm>
            <a:custGeom>
              <a:avLst/>
              <a:gdLst/>
              <a:ahLst/>
              <a:cxnLst/>
              <a:rect l="l" t="t" r="r" b="b"/>
              <a:pathLst>
                <a:path w="1632" h="2238" extrusionOk="0">
                  <a:moveTo>
                    <a:pt x="797" y="0"/>
                  </a:moveTo>
                  <a:cubicBezTo>
                    <a:pt x="342" y="0"/>
                    <a:pt x="1" y="493"/>
                    <a:pt x="1" y="1100"/>
                  </a:cubicBezTo>
                  <a:cubicBezTo>
                    <a:pt x="1" y="1744"/>
                    <a:pt x="342" y="2237"/>
                    <a:pt x="797" y="2237"/>
                  </a:cubicBezTo>
                  <a:cubicBezTo>
                    <a:pt x="1252" y="2237"/>
                    <a:pt x="1631" y="1706"/>
                    <a:pt x="1631" y="1100"/>
                  </a:cubicBezTo>
                  <a:cubicBezTo>
                    <a:pt x="1631" y="493"/>
                    <a:pt x="1252" y="0"/>
                    <a:pt x="797" y="0"/>
                  </a:cubicBezTo>
                  <a:close/>
                </a:path>
              </a:pathLst>
            </a:custGeom>
            <a:solidFill>
              <a:srgbClr val="783F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27"/>
            <p:cNvSpPr/>
            <p:nvPr/>
          </p:nvSpPr>
          <p:spPr>
            <a:xfrm>
              <a:off x="7336143" y="817102"/>
              <a:ext cx="33642" cy="46135"/>
            </a:xfrm>
            <a:custGeom>
              <a:avLst/>
              <a:gdLst/>
              <a:ahLst/>
              <a:cxnLst/>
              <a:rect l="l" t="t" r="r" b="b"/>
              <a:pathLst>
                <a:path w="1632" h="2238" extrusionOk="0">
                  <a:moveTo>
                    <a:pt x="797" y="0"/>
                  </a:moveTo>
                  <a:cubicBezTo>
                    <a:pt x="342" y="0"/>
                    <a:pt x="1" y="493"/>
                    <a:pt x="1" y="1100"/>
                  </a:cubicBezTo>
                  <a:cubicBezTo>
                    <a:pt x="1" y="1706"/>
                    <a:pt x="342" y="2237"/>
                    <a:pt x="797" y="2237"/>
                  </a:cubicBezTo>
                  <a:cubicBezTo>
                    <a:pt x="1252" y="2237"/>
                    <a:pt x="1631" y="1706"/>
                    <a:pt x="1631" y="1100"/>
                  </a:cubicBezTo>
                  <a:cubicBezTo>
                    <a:pt x="1631" y="493"/>
                    <a:pt x="1252" y="0"/>
                    <a:pt x="797" y="0"/>
                  </a:cubicBezTo>
                  <a:close/>
                </a:path>
              </a:pathLst>
            </a:custGeom>
            <a:solidFill>
              <a:srgbClr val="783F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27"/>
            <p:cNvSpPr/>
            <p:nvPr/>
          </p:nvSpPr>
          <p:spPr>
            <a:xfrm>
              <a:off x="7366631" y="778801"/>
              <a:ext cx="103195" cy="171181"/>
            </a:xfrm>
            <a:custGeom>
              <a:avLst/>
              <a:gdLst/>
              <a:ahLst/>
              <a:cxnLst/>
              <a:rect l="l" t="t" r="r" b="b"/>
              <a:pathLst>
                <a:path w="5006" h="8304" extrusionOk="0">
                  <a:moveTo>
                    <a:pt x="1290" y="1"/>
                  </a:moveTo>
                  <a:lnTo>
                    <a:pt x="1214" y="76"/>
                  </a:lnTo>
                  <a:cubicBezTo>
                    <a:pt x="1479" y="493"/>
                    <a:pt x="1745" y="986"/>
                    <a:pt x="1934" y="1479"/>
                  </a:cubicBezTo>
                  <a:cubicBezTo>
                    <a:pt x="2010" y="1555"/>
                    <a:pt x="2010" y="1707"/>
                    <a:pt x="1934" y="1782"/>
                  </a:cubicBezTo>
                  <a:cubicBezTo>
                    <a:pt x="1896" y="1934"/>
                    <a:pt x="1858" y="2048"/>
                    <a:pt x="1820" y="2162"/>
                  </a:cubicBezTo>
                  <a:lnTo>
                    <a:pt x="1479" y="2882"/>
                  </a:lnTo>
                  <a:cubicBezTo>
                    <a:pt x="1100" y="3868"/>
                    <a:pt x="683" y="4853"/>
                    <a:pt x="304" y="5839"/>
                  </a:cubicBezTo>
                  <a:cubicBezTo>
                    <a:pt x="190" y="6105"/>
                    <a:pt x="114" y="6370"/>
                    <a:pt x="38" y="6635"/>
                  </a:cubicBezTo>
                  <a:cubicBezTo>
                    <a:pt x="1" y="6825"/>
                    <a:pt x="38" y="7015"/>
                    <a:pt x="114" y="7166"/>
                  </a:cubicBezTo>
                  <a:cubicBezTo>
                    <a:pt x="190" y="7280"/>
                    <a:pt x="304" y="7432"/>
                    <a:pt x="418" y="7507"/>
                  </a:cubicBezTo>
                  <a:cubicBezTo>
                    <a:pt x="835" y="7925"/>
                    <a:pt x="1365" y="8152"/>
                    <a:pt x="1934" y="8266"/>
                  </a:cubicBezTo>
                  <a:cubicBezTo>
                    <a:pt x="2124" y="8291"/>
                    <a:pt x="2309" y="8304"/>
                    <a:pt x="2493" y="8304"/>
                  </a:cubicBezTo>
                  <a:cubicBezTo>
                    <a:pt x="2861" y="8304"/>
                    <a:pt x="3223" y="8253"/>
                    <a:pt x="3602" y="8152"/>
                  </a:cubicBezTo>
                  <a:cubicBezTo>
                    <a:pt x="4133" y="8038"/>
                    <a:pt x="4626" y="7735"/>
                    <a:pt x="5005" y="7356"/>
                  </a:cubicBezTo>
                  <a:lnTo>
                    <a:pt x="4967" y="7318"/>
                  </a:lnTo>
                  <a:cubicBezTo>
                    <a:pt x="4550" y="7583"/>
                    <a:pt x="4057" y="7773"/>
                    <a:pt x="3527" y="7811"/>
                  </a:cubicBezTo>
                  <a:cubicBezTo>
                    <a:pt x="3305" y="7845"/>
                    <a:pt x="3076" y="7864"/>
                    <a:pt x="2846" y="7864"/>
                  </a:cubicBezTo>
                  <a:cubicBezTo>
                    <a:pt x="2564" y="7864"/>
                    <a:pt x="2281" y="7835"/>
                    <a:pt x="2010" y="7773"/>
                  </a:cubicBezTo>
                  <a:cubicBezTo>
                    <a:pt x="1555" y="7697"/>
                    <a:pt x="1100" y="7470"/>
                    <a:pt x="721" y="7166"/>
                  </a:cubicBezTo>
                  <a:cubicBezTo>
                    <a:pt x="569" y="7015"/>
                    <a:pt x="418" y="6825"/>
                    <a:pt x="456" y="6673"/>
                  </a:cubicBezTo>
                  <a:cubicBezTo>
                    <a:pt x="493" y="6446"/>
                    <a:pt x="569" y="6180"/>
                    <a:pt x="645" y="5953"/>
                  </a:cubicBezTo>
                  <a:cubicBezTo>
                    <a:pt x="986" y="4929"/>
                    <a:pt x="1365" y="3944"/>
                    <a:pt x="1707" y="2958"/>
                  </a:cubicBezTo>
                  <a:lnTo>
                    <a:pt x="1972" y="2200"/>
                  </a:lnTo>
                  <a:cubicBezTo>
                    <a:pt x="2010" y="2086"/>
                    <a:pt x="2048" y="1934"/>
                    <a:pt x="2086" y="1820"/>
                  </a:cubicBezTo>
                  <a:cubicBezTo>
                    <a:pt x="2124" y="1745"/>
                    <a:pt x="2124" y="1669"/>
                    <a:pt x="2162" y="1593"/>
                  </a:cubicBezTo>
                  <a:cubicBezTo>
                    <a:pt x="2162" y="1517"/>
                    <a:pt x="2124" y="1441"/>
                    <a:pt x="2086" y="1403"/>
                  </a:cubicBezTo>
                  <a:cubicBezTo>
                    <a:pt x="1858" y="910"/>
                    <a:pt x="1593" y="455"/>
                    <a:pt x="1290" y="1"/>
                  </a:cubicBezTo>
                  <a:close/>
                </a:path>
              </a:pathLst>
            </a:custGeom>
            <a:solidFill>
              <a:srgbClr val="783F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27"/>
            <p:cNvSpPr/>
            <p:nvPr/>
          </p:nvSpPr>
          <p:spPr>
            <a:xfrm>
              <a:off x="7367414" y="929635"/>
              <a:ext cx="221211" cy="71098"/>
            </a:xfrm>
            <a:custGeom>
              <a:avLst/>
              <a:gdLst/>
              <a:ahLst/>
              <a:cxnLst/>
              <a:rect l="l" t="t" r="r" b="b"/>
              <a:pathLst>
                <a:path w="10731" h="3449" extrusionOk="0">
                  <a:moveTo>
                    <a:pt x="10730" y="1"/>
                  </a:moveTo>
                  <a:lnTo>
                    <a:pt x="10730" y="1"/>
                  </a:lnTo>
                  <a:cubicBezTo>
                    <a:pt x="10351" y="304"/>
                    <a:pt x="9972" y="570"/>
                    <a:pt x="9517" y="759"/>
                  </a:cubicBezTo>
                  <a:cubicBezTo>
                    <a:pt x="9100" y="987"/>
                    <a:pt x="8683" y="1176"/>
                    <a:pt x="8228" y="1366"/>
                  </a:cubicBezTo>
                  <a:cubicBezTo>
                    <a:pt x="7356" y="1745"/>
                    <a:pt x="6484" y="2086"/>
                    <a:pt x="5574" y="2389"/>
                  </a:cubicBezTo>
                  <a:cubicBezTo>
                    <a:pt x="4702" y="2693"/>
                    <a:pt x="3792" y="2882"/>
                    <a:pt x="2844" y="3034"/>
                  </a:cubicBezTo>
                  <a:cubicBezTo>
                    <a:pt x="2059" y="3160"/>
                    <a:pt x="1274" y="3233"/>
                    <a:pt x="488" y="3233"/>
                  </a:cubicBezTo>
                  <a:cubicBezTo>
                    <a:pt x="326" y="3233"/>
                    <a:pt x="163" y="3230"/>
                    <a:pt x="0" y="3224"/>
                  </a:cubicBezTo>
                  <a:lnTo>
                    <a:pt x="0" y="3224"/>
                  </a:lnTo>
                  <a:cubicBezTo>
                    <a:pt x="661" y="3382"/>
                    <a:pt x="1341" y="3449"/>
                    <a:pt x="2013" y="3449"/>
                  </a:cubicBezTo>
                  <a:cubicBezTo>
                    <a:pt x="2304" y="3449"/>
                    <a:pt x="2595" y="3436"/>
                    <a:pt x="2882" y="3413"/>
                  </a:cubicBezTo>
                  <a:cubicBezTo>
                    <a:pt x="3868" y="3337"/>
                    <a:pt x="4816" y="3148"/>
                    <a:pt x="5725" y="2807"/>
                  </a:cubicBezTo>
                  <a:cubicBezTo>
                    <a:pt x="6635" y="2503"/>
                    <a:pt x="7545" y="2124"/>
                    <a:pt x="8379" y="1707"/>
                  </a:cubicBezTo>
                  <a:cubicBezTo>
                    <a:pt x="8796" y="1480"/>
                    <a:pt x="9214" y="1214"/>
                    <a:pt x="9631" y="949"/>
                  </a:cubicBezTo>
                  <a:cubicBezTo>
                    <a:pt x="10048" y="721"/>
                    <a:pt x="10427" y="380"/>
                    <a:pt x="10730" y="1"/>
                  </a:cubicBezTo>
                  <a:close/>
                </a:path>
              </a:pathLst>
            </a:custGeom>
            <a:solidFill>
              <a:srgbClr val="783F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27"/>
            <p:cNvSpPr/>
            <p:nvPr/>
          </p:nvSpPr>
          <p:spPr>
            <a:xfrm>
              <a:off x="7400232" y="993725"/>
              <a:ext cx="149309" cy="50175"/>
            </a:xfrm>
            <a:custGeom>
              <a:avLst/>
              <a:gdLst/>
              <a:ahLst/>
              <a:cxnLst/>
              <a:rect l="l" t="t" r="r" b="b"/>
              <a:pathLst>
                <a:path w="7243" h="2434" extrusionOk="0">
                  <a:moveTo>
                    <a:pt x="7242" y="1"/>
                  </a:moveTo>
                  <a:lnTo>
                    <a:pt x="7242" y="1"/>
                  </a:lnTo>
                  <a:cubicBezTo>
                    <a:pt x="6598" y="342"/>
                    <a:pt x="5991" y="607"/>
                    <a:pt x="5385" y="911"/>
                  </a:cubicBezTo>
                  <a:cubicBezTo>
                    <a:pt x="4778" y="1214"/>
                    <a:pt x="4171" y="1479"/>
                    <a:pt x="3527" y="1669"/>
                  </a:cubicBezTo>
                  <a:cubicBezTo>
                    <a:pt x="2920" y="1934"/>
                    <a:pt x="2276" y="2048"/>
                    <a:pt x="1631" y="2048"/>
                  </a:cubicBezTo>
                  <a:cubicBezTo>
                    <a:pt x="949" y="2010"/>
                    <a:pt x="342" y="1669"/>
                    <a:pt x="1" y="1100"/>
                  </a:cubicBezTo>
                  <a:lnTo>
                    <a:pt x="1" y="1100"/>
                  </a:lnTo>
                  <a:cubicBezTo>
                    <a:pt x="115" y="1442"/>
                    <a:pt x="304" y="1745"/>
                    <a:pt x="570" y="1972"/>
                  </a:cubicBezTo>
                  <a:cubicBezTo>
                    <a:pt x="835" y="2200"/>
                    <a:pt x="1176" y="2352"/>
                    <a:pt x="1555" y="2389"/>
                  </a:cubicBezTo>
                  <a:cubicBezTo>
                    <a:pt x="1744" y="2419"/>
                    <a:pt x="1932" y="2433"/>
                    <a:pt x="2120" y="2433"/>
                  </a:cubicBezTo>
                  <a:cubicBezTo>
                    <a:pt x="2650" y="2433"/>
                    <a:pt x="3174" y="2320"/>
                    <a:pt x="3678" y="2124"/>
                  </a:cubicBezTo>
                  <a:cubicBezTo>
                    <a:pt x="4323" y="1897"/>
                    <a:pt x="4968" y="1593"/>
                    <a:pt x="5574" y="1252"/>
                  </a:cubicBezTo>
                  <a:cubicBezTo>
                    <a:pt x="6143" y="873"/>
                    <a:pt x="6712" y="494"/>
                    <a:pt x="7242" y="1"/>
                  </a:cubicBezTo>
                  <a:close/>
                </a:path>
              </a:pathLst>
            </a:custGeom>
            <a:solidFill>
              <a:srgbClr val="783F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27"/>
            <p:cNvSpPr/>
            <p:nvPr/>
          </p:nvSpPr>
          <p:spPr>
            <a:xfrm>
              <a:off x="7648778" y="743633"/>
              <a:ext cx="151638" cy="250133"/>
            </a:xfrm>
            <a:custGeom>
              <a:avLst/>
              <a:gdLst/>
              <a:ahLst/>
              <a:cxnLst/>
              <a:rect l="l" t="t" r="r" b="b"/>
              <a:pathLst>
                <a:path w="7356" h="12134" extrusionOk="0">
                  <a:moveTo>
                    <a:pt x="4429" y="0"/>
                  </a:moveTo>
                  <a:cubicBezTo>
                    <a:pt x="4419" y="0"/>
                    <a:pt x="4408" y="0"/>
                    <a:pt x="4398" y="0"/>
                  </a:cubicBezTo>
                  <a:lnTo>
                    <a:pt x="2503" y="0"/>
                  </a:lnTo>
                  <a:cubicBezTo>
                    <a:pt x="1100" y="38"/>
                    <a:pt x="0" y="2806"/>
                    <a:pt x="152" y="6180"/>
                  </a:cubicBezTo>
                  <a:cubicBezTo>
                    <a:pt x="265" y="9493"/>
                    <a:pt x="1499" y="12133"/>
                    <a:pt x="2964" y="12133"/>
                  </a:cubicBezTo>
                  <a:cubicBezTo>
                    <a:pt x="2975" y="12133"/>
                    <a:pt x="2985" y="12133"/>
                    <a:pt x="2996" y="12133"/>
                  </a:cubicBezTo>
                  <a:lnTo>
                    <a:pt x="4891" y="12133"/>
                  </a:lnTo>
                  <a:cubicBezTo>
                    <a:pt x="6294" y="12057"/>
                    <a:pt x="7356" y="9289"/>
                    <a:pt x="7242" y="5953"/>
                  </a:cubicBezTo>
                  <a:cubicBezTo>
                    <a:pt x="7129" y="2677"/>
                    <a:pt x="5857" y="0"/>
                    <a:pt x="44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27"/>
            <p:cNvSpPr/>
            <p:nvPr/>
          </p:nvSpPr>
          <p:spPr>
            <a:xfrm>
              <a:off x="7687863" y="743592"/>
              <a:ext cx="112554" cy="250195"/>
            </a:xfrm>
            <a:custGeom>
              <a:avLst/>
              <a:gdLst/>
              <a:ahLst/>
              <a:cxnLst/>
              <a:rect l="l" t="t" r="r" b="b"/>
              <a:pathLst>
                <a:path w="5460" h="12137" extrusionOk="0">
                  <a:moveTo>
                    <a:pt x="2562" y="1"/>
                  </a:moveTo>
                  <a:cubicBezTo>
                    <a:pt x="2542" y="1"/>
                    <a:pt x="2522" y="1"/>
                    <a:pt x="2502" y="2"/>
                  </a:cubicBezTo>
                  <a:cubicBezTo>
                    <a:pt x="1100" y="78"/>
                    <a:pt x="0" y="2846"/>
                    <a:pt x="152" y="6182"/>
                  </a:cubicBezTo>
                  <a:cubicBezTo>
                    <a:pt x="264" y="9436"/>
                    <a:pt x="1520" y="12136"/>
                    <a:pt x="2937" y="12136"/>
                  </a:cubicBezTo>
                  <a:cubicBezTo>
                    <a:pt x="2956" y="12136"/>
                    <a:pt x="2976" y="12136"/>
                    <a:pt x="2995" y="12135"/>
                  </a:cubicBezTo>
                  <a:cubicBezTo>
                    <a:pt x="4398" y="12059"/>
                    <a:pt x="5460" y="9291"/>
                    <a:pt x="5346" y="5955"/>
                  </a:cubicBezTo>
                  <a:cubicBezTo>
                    <a:pt x="5234" y="2664"/>
                    <a:pt x="3978" y="1"/>
                    <a:pt x="256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27"/>
            <p:cNvSpPr/>
            <p:nvPr/>
          </p:nvSpPr>
          <p:spPr>
            <a:xfrm>
              <a:off x="7718331" y="789747"/>
              <a:ext cx="87569" cy="144609"/>
            </a:xfrm>
            <a:custGeom>
              <a:avLst/>
              <a:gdLst/>
              <a:ahLst/>
              <a:cxnLst/>
              <a:rect l="l" t="t" r="r" b="b"/>
              <a:pathLst>
                <a:path w="4248" h="7015" extrusionOk="0">
                  <a:moveTo>
                    <a:pt x="1442" y="0"/>
                  </a:moveTo>
                  <a:cubicBezTo>
                    <a:pt x="607" y="38"/>
                    <a:pt x="1" y="1631"/>
                    <a:pt x="77" y="3564"/>
                  </a:cubicBezTo>
                  <a:cubicBezTo>
                    <a:pt x="152" y="5498"/>
                    <a:pt x="873" y="7014"/>
                    <a:pt x="1707" y="7014"/>
                  </a:cubicBezTo>
                  <a:lnTo>
                    <a:pt x="2806" y="7014"/>
                  </a:lnTo>
                  <a:cubicBezTo>
                    <a:pt x="3641" y="6939"/>
                    <a:pt x="4247" y="5346"/>
                    <a:pt x="4171" y="3450"/>
                  </a:cubicBezTo>
                  <a:cubicBezTo>
                    <a:pt x="4095" y="1517"/>
                    <a:pt x="3375" y="0"/>
                    <a:pt x="25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27"/>
            <p:cNvSpPr/>
            <p:nvPr/>
          </p:nvSpPr>
          <p:spPr>
            <a:xfrm>
              <a:off x="7741006" y="789747"/>
              <a:ext cx="64894" cy="144609"/>
            </a:xfrm>
            <a:custGeom>
              <a:avLst/>
              <a:gdLst/>
              <a:ahLst/>
              <a:cxnLst/>
              <a:rect l="l" t="t" r="r" b="b"/>
              <a:pathLst>
                <a:path w="3148" h="7015" extrusionOk="0">
                  <a:moveTo>
                    <a:pt x="1441" y="0"/>
                  </a:moveTo>
                  <a:cubicBezTo>
                    <a:pt x="607" y="38"/>
                    <a:pt x="0" y="1631"/>
                    <a:pt x="76" y="3564"/>
                  </a:cubicBezTo>
                  <a:cubicBezTo>
                    <a:pt x="114" y="5498"/>
                    <a:pt x="872" y="7014"/>
                    <a:pt x="1706" y="7014"/>
                  </a:cubicBezTo>
                  <a:cubicBezTo>
                    <a:pt x="2541" y="6976"/>
                    <a:pt x="3147" y="5384"/>
                    <a:pt x="3071" y="3450"/>
                  </a:cubicBezTo>
                  <a:cubicBezTo>
                    <a:pt x="2995" y="1517"/>
                    <a:pt x="2275" y="0"/>
                    <a:pt x="14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27"/>
            <p:cNvSpPr/>
            <p:nvPr/>
          </p:nvSpPr>
          <p:spPr>
            <a:xfrm>
              <a:off x="7532328" y="447386"/>
              <a:ext cx="281384" cy="415851"/>
            </a:xfrm>
            <a:custGeom>
              <a:avLst/>
              <a:gdLst/>
              <a:ahLst/>
              <a:cxnLst/>
              <a:rect l="l" t="t" r="r" b="b"/>
              <a:pathLst>
                <a:path w="13650" h="20173" extrusionOk="0">
                  <a:moveTo>
                    <a:pt x="2544" y="0"/>
                  </a:moveTo>
                  <a:cubicBezTo>
                    <a:pt x="1730" y="0"/>
                    <a:pt x="883" y="77"/>
                    <a:pt x="0" y="192"/>
                  </a:cubicBezTo>
                  <a:cubicBezTo>
                    <a:pt x="3678" y="305"/>
                    <a:pt x="7052" y="2315"/>
                    <a:pt x="8948" y="5537"/>
                  </a:cubicBezTo>
                  <a:cubicBezTo>
                    <a:pt x="12284" y="11073"/>
                    <a:pt x="11071" y="20021"/>
                    <a:pt x="11071" y="20021"/>
                  </a:cubicBezTo>
                  <a:lnTo>
                    <a:pt x="12550" y="20172"/>
                  </a:lnTo>
                  <a:cubicBezTo>
                    <a:pt x="12550" y="20172"/>
                    <a:pt x="13649" y="12665"/>
                    <a:pt x="11374" y="7282"/>
                  </a:cubicBezTo>
                  <a:cubicBezTo>
                    <a:pt x="8915" y="1410"/>
                    <a:pt x="6032" y="0"/>
                    <a:pt x="25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27"/>
            <p:cNvSpPr/>
            <p:nvPr/>
          </p:nvSpPr>
          <p:spPr>
            <a:xfrm>
              <a:off x="7532328" y="451282"/>
              <a:ext cx="258709" cy="407255"/>
            </a:xfrm>
            <a:custGeom>
              <a:avLst/>
              <a:gdLst/>
              <a:ahLst/>
              <a:cxnLst/>
              <a:rect l="l" t="t" r="r" b="b"/>
              <a:pathLst>
                <a:path w="12550" h="19756" extrusionOk="0">
                  <a:moveTo>
                    <a:pt x="732" y="0"/>
                  </a:moveTo>
                  <a:cubicBezTo>
                    <a:pt x="272" y="0"/>
                    <a:pt x="0" y="41"/>
                    <a:pt x="0" y="41"/>
                  </a:cubicBezTo>
                  <a:lnTo>
                    <a:pt x="796" y="571"/>
                  </a:lnTo>
                  <a:cubicBezTo>
                    <a:pt x="12550" y="1292"/>
                    <a:pt x="10844" y="19642"/>
                    <a:pt x="10844" y="19642"/>
                  </a:cubicBezTo>
                  <a:lnTo>
                    <a:pt x="11374" y="19756"/>
                  </a:lnTo>
                  <a:cubicBezTo>
                    <a:pt x="12409" y="1352"/>
                    <a:pt x="3401" y="0"/>
                    <a:pt x="7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27"/>
            <p:cNvSpPr/>
            <p:nvPr/>
          </p:nvSpPr>
          <p:spPr>
            <a:xfrm>
              <a:off x="7750386" y="811598"/>
              <a:ext cx="59390" cy="97773"/>
            </a:xfrm>
            <a:custGeom>
              <a:avLst/>
              <a:gdLst/>
              <a:ahLst/>
              <a:cxnLst/>
              <a:rect l="l" t="t" r="r" b="b"/>
              <a:pathLst>
                <a:path w="2881" h="4743" extrusionOk="0">
                  <a:moveTo>
                    <a:pt x="1736" y="1"/>
                  </a:moveTo>
                  <a:cubicBezTo>
                    <a:pt x="1726" y="1"/>
                    <a:pt x="1716" y="1"/>
                    <a:pt x="1706" y="2"/>
                  </a:cubicBezTo>
                  <a:lnTo>
                    <a:pt x="986" y="2"/>
                  </a:lnTo>
                  <a:cubicBezTo>
                    <a:pt x="417" y="2"/>
                    <a:pt x="0" y="1101"/>
                    <a:pt x="38" y="2428"/>
                  </a:cubicBezTo>
                  <a:cubicBezTo>
                    <a:pt x="38" y="3695"/>
                    <a:pt x="551" y="4742"/>
                    <a:pt x="1108" y="4742"/>
                  </a:cubicBezTo>
                  <a:cubicBezTo>
                    <a:pt x="1118" y="4742"/>
                    <a:pt x="1128" y="4742"/>
                    <a:pt x="1138" y="4741"/>
                  </a:cubicBezTo>
                  <a:lnTo>
                    <a:pt x="1858" y="4741"/>
                  </a:lnTo>
                  <a:cubicBezTo>
                    <a:pt x="1868" y="4742"/>
                    <a:pt x="1878" y="4742"/>
                    <a:pt x="1888" y="4742"/>
                  </a:cubicBezTo>
                  <a:cubicBezTo>
                    <a:pt x="2479" y="4742"/>
                    <a:pt x="2880" y="3657"/>
                    <a:pt x="2806" y="2353"/>
                  </a:cubicBezTo>
                  <a:cubicBezTo>
                    <a:pt x="2769" y="1049"/>
                    <a:pt x="2292" y="1"/>
                    <a:pt x="17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27"/>
            <p:cNvSpPr/>
            <p:nvPr/>
          </p:nvSpPr>
          <p:spPr>
            <a:xfrm>
              <a:off x="7765228" y="811598"/>
              <a:ext cx="44568" cy="98536"/>
            </a:xfrm>
            <a:custGeom>
              <a:avLst/>
              <a:gdLst/>
              <a:ahLst/>
              <a:cxnLst/>
              <a:rect l="l" t="t" r="r" b="b"/>
              <a:pathLst>
                <a:path w="2162" h="4780" extrusionOk="0">
                  <a:moveTo>
                    <a:pt x="1016" y="1"/>
                  </a:moveTo>
                  <a:cubicBezTo>
                    <a:pt x="1006" y="1"/>
                    <a:pt x="996" y="1"/>
                    <a:pt x="986" y="2"/>
                  </a:cubicBezTo>
                  <a:cubicBezTo>
                    <a:pt x="418" y="40"/>
                    <a:pt x="1" y="1101"/>
                    <a:pt x="39" y="2428"/>
                  </a:cubicBezTo>
                  <a:cubicBezTo>
                    <a:pt x="76" y="3755"/>
                    <a:pt x="569" y="4779"/>
                    <a:pt x="1138" y="4779"/>
                  </a:cubicBezTo>
                  <a:cubicBezTo>
                    <a:pt x="1745" y="4741"/>
                    <a:pt x="2162" y="3680"/>
                    <a:pt x="2086" y="2353"/>
                  </a:cubicBezTo>
                  <a:cubicBezTo>
                    <a:pt x="2049" y="1049"/>
                    <a:pt x="1572" y="1"/>
                    <a:pt x="10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27"/>
            <p:cNvSpPr/>
            <p:nvPr/>
          </p:nvSpPr>
          <p:spPr>
            <a:xfrm>
              <a:off x="7156387" y="1218049"/>
              <a:ext cx="874600" cy="1284638"/>
            </a:xfrm>
            <a:custGeom>
              <a:avLst/>
              <a:gdLst/>
              <a:ahLst/>
              <a:cxnLst/>
              <a:rect l="l" t="t" r="r" b="b"/>
              <a:pathLst>
                <a:path w="42427" h="62318" extrusionOk="0">
                  <a:moveTo>
                    <a:pt x="25668" y="0"/>
                  </a:moveTo>
                  <a:cubicBezTo>
                    <a:pt x="24341" y="3337"/>
                    <a:pt x="18579" y="7393"/>
                    <a:pt x="18579" y="7393"/>
                  </a:cubicBezTo>
                  <a:cubicBezTo>
                    <a:pt x="16910" y="5460"/>
                    <a:pt x="15849" y="3033"/>
                    <a:pt x="15925" y="1138"/>
                  </a:cubicBezTo>
                  <a:lnTo>
                    <a:pt x="15925" y="1138"/>
                  </a:lnTo>
                  <a:cubicBezTo>
                    <a:pt x="15924" y="1138"/>
                    <a:pt x="14294" y="1555"/>
                    <a:pt x="12399" y="2161"/>
                  </a:cubicBezTo>
                  <a:cubicBezTo>
                    <a:pt x="10010" y="2882"/>
                    <a:pt x="3982" y="5915"/>
                    <a:pt x="3148" y="6521"/>
                  </a:cubicBezTo>
                  <a:cubicBezTo>
                    <a:pt x="1669" y="7583"/>
                    <a:pt x="1138" y="10085"/>
                    <a:pt x="1138" y="10085"/>
                  </a:cubicBezTo>
                  <a:cubicBezTo>
                    <a:pt x="1138" y="10085"/>
                    <a:pt x="1214" y="28549"/>
                    <a:pt x="1593" y="34615"/>
                  </a:cubicBezTo>
                  <a:cubicBezTo>
                    <a:pt x="1821" y="38483"/>
                    <a:pt x="2010" y="42388"/>
                    <a:pt x="1896" y="43639"/>
                  </a:cubicBezTo>
                  <a:cubicBezTo>
                    <a:pt x="1631" y="46293"/>
                    <a:pt x="1" y="52966"/>
                    <a:pt x="1214" y="56833"/>
                  </a:cubicBezTo>
                  <a:cubicBezTo>
                    <a:pt x="2351" y="60458"/>
                    <a:pt x="11917" y="62318"/>
                    <a:pt x="17483" y="62318"/>
                  </a:cubicBezTo>
                  <a:cubicBezTo>
                    <a:pt x="17854" y="62318"/>
                    <a:pt x="18208" y="62309"/>
                    <a:pt x="18541" y="62293"/>
                  </a:cubicBezTo>
                  <a:cubicBezTo>
                    <a:pt x="23886" y="62027"/>
                    <a:pt x="35791" y="60549"/>
                    <a:pt x="39090" y="57364"/>
                  </a:cubicBezTo>
                  <a:cubicBezTo>
                    <a:pt x="42426" y="54179"/>
                    <a:pt x="38711" y="48682"/>
                    <a:pt x="37232" y="44549"/>
                  </a:cubicBezTo>
                  <a:cubicBezTo>
                    <a:pt x="35753" y="40416"/>
                    <a:pt x="35640" y="33099"/>
                    <a:pt x="35640" y="33099"/>
                  </a:cubicBezTo>
                  <a:lnTo>
                    <a:pt x="41554" y="8114"/>
                  </a:lnTo>
                  <a:cubicBezTo>
                    <a:pt x="41554" y="8114"/>
                    <a:pt x="40341" y="6142"/>
                    <a:pt x="36815" y="4512"/>
                  </a:cubicBezTo>
                  <a:cubicBezTo>
                    <a:pt x="34313" y="3374"/>
                    <a:pt x="30408" y="2275"/>
                    <a:pt x="28360" y="1327"/>
                  </a:cubicBezTo>
                  <a:cubicBezTo>
                    <a:pt x="26768" y="607"/>
                    <a:pt x="25668" y="0"/>
                    <a:pt x="2566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27"/>
            <p:cNvSpPr/>
            <p:nvPr/>
          </p:nvSpPr>
          <p:spPr>
            <a:xfrm>
              <a:off x="7291595" y="1595104"/>
              <a:ext cx="510388" cy="276004"/>
            </a:xfrm>
            <a:custGeom>
              <a:avLst/>
              <a:gdLst/>
              <a:ahLst/>
              <a:cxnLst/>
              <a:rect l="l" t="t" r="r" b="b"/>
              <a:pathLst>
                <a:path w="24759" h="13389" extrusionOk="0">
                  <a:moveTo>
                    <a:pt x="15441" y="0"/>
                  </a:moveTo>
                  <a:cubicBezTo>
                    <a:pt x="14047" y="0"/>
                    <a:pt x="12558" y="154"/>
                    <a:pt x="11034" y="476"/>
                  </a:cubicBezTo>
                  <a:cubicBezTo>
                    <a:pt x="4626" y="1841"/>
                    <a:pt x="1" y="5747"/>
                    <a:pt x="721" y="9159"/>
                  </a:cubicBezTo>
                  <a:cubicBezTo>
                    <a:pt x="1271" y="11793"/>
                    <a:pt x="4804" y="13388"/>
                    <a:pt x="9297" y="13388"/>
                  </a:cubicBezTo>
                  <a:cubicBezTo>
                    <a:pt x="10688" y="13388"/>
                    <a:pt x="12172" y="13235"/>
                    <a:pt x="13688" y="12912"/>
                  </a:cubicBezTo>
                  <a:cubicBezTo>
                    <a:pt x="20133" y="11547"/>
                    <a:pt x="24759" y="7642"/>
                    <a:pt x="24038" y="4230"/>
                  </a:cubicBezTo>
                  <a:cubicBezTo>
                    <a:pt x="23459" y="1596"/>
                    <a:pt x="19941" y="0"/>
                    <a:pt x="1544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27"/>
            <p:cNvSpPr/>
            <p:nvPr/>
          </p:nvSpPr>
          <p:spPr>
            <a:xfrm>
              <a:off x="7412745" y="1218049"/>
              <a:ext cx="328282" cy="260275"/>
            </a:xfrm>
            <a:custGeom>
              <a:avLst/>
              <a:gdLst/>
              <a:ahLst/>
              <a:cxnLst/>
              <a:rect l="l" t="t" r="r" b="b"/>
              <a:pathLst>
                <a:path w="15925" h="12626" extrusionOk="0">
                  <a:moveTo>
                    <a:pt x="13270" y="0"/>
                  </a:moveTo>
                  <a:lnTo>
                    <a:pt x="13270" y="0"/>
                  </a:lnTo>
                  <a:cubicBezTo>
                    <a:pt x="13269" y="0"/>
                    <a:pt x="13269" y="1"/>
                    <a:pt x="13270" y="2"/>
                  </a:cubicBezTo>
                  <a:lnTo>
                    <a:pt x="13270" y="2"/>
                  </a:lnTo>
                  <a:cubicBezTo>
                    <a:pt x="13270" y="1"/>
                    <a:pt x="13270" y="1"/>
                    <a:pt x="13270" y="0"/>
                  </a:cubicBezTo>
                  <a:close/>
                  <a:moveTo>
                    <a:pt x="13270" y="2"/>
                  </a:moveTo>
                  <a:cubicBezTo>
                    <a:pt x="11942" y="3338"/>
                    <a:pt x="6180" y="7355"/>
                    <a:pt x="6180" y="7355"/>
                  </a:cubicBezTo>
                  <a:cubicBezTo>
                    <a:pt x="4512" y="5460"/>
                    <a:pt x="3451" y="3033"/>
                    <a:pt x="3526" y="1138"/>
                  </a:cubicBezTo>
                  <a:lnTo>
                    <a:pt x="3526" y="1138"/>
                  </a:lnTo>
                  <a:cubicBezTo>
                    <a:pt x="3526" y="1138"/>
                    <a:pt x="1896" y="1555"/>
                    <a:pt x="0" y="2161"/>
                  </a:cubicBezTo>
                  <a:cubicBezTo>
                    <a:pt x="1214" y="6028"/>
                    <a:pt x="3261" y="9592"/>
                    <a:pt x="5953" y="12625"/>
                  </a:cubicBezTo>
                  <a:cubicBezTo>
                    <a:pt x="5953" y="12625"/>
                    <a:pt x="13763" y="6180"/>
                    <a:pt x="15924" y="1327"/>
                  </a:cubicBezTo>
                  <a:cubicBezTo>
                    <a:pt x="14376" y="627"/>
                    <a:pt x="13294" y="34"/>
                    <a:pt x="13270" y="2"/>
                  </a:cubicBezTo>
                  <a:close/>
                </a:path>
              </a:pathLst>
            </a:custGeom>
            <a:solidFill>
              <a:srgbClr val="5DD6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27"/>
            <p:cNvSpPr/>
            <p:nvPr/>
          </p:nvSpPr>
          <p:spPr>
            <a:xfrm>
              <a:off x="7472135" y="1906606"/>
              <a:ext cx="193073" cy="61760"/>
            </a:xfrm>
            <a:custGeom>
              <a:avLst/>
              <a:gdLst/>
              <a:ahLst/>
              <a:cxnLst/>
              <a:rect l="l" t="t" r="r" b="b"/>
              <a:pathLst>
                <a:path w="9366" h="2996" extrusionOk="0">
                  <a:moveTo>
                    <a:pt x="4626" y="0"/>
                  </a:moveTo>
                  <a:cubicBezTo>
                    <a:pt x="2693" y="0"/>
                    <a:pt x="759" y="455"/>
                    <a:pt x="494" y="721"/>
                  </a:cubicBezTo>
                  <a:cubicBezTo>
                    <a:pt x="1" y="1213"/>
                    <a:pt x="494" y="2995"/>
                    <a:pt x="494" y="2995"/>
                  </a:cubicBezTo>
                  <a:lnTo>
                    <a:pt x="8987" y="2995"/>
                  </a:lnTo>
                  <a:cubicBezTo>
                    <a:pt x="8987" y="2995"/>
                    <a:pt x="9366" y="1251"/>
                    <a:pt x="8987" y="721"/>
                  </a:cubicBezTo>
                  <a:cubicBezTo>
                    <a:pt x="8797" y="417"/>
                    <a:pt x="6712" y="0"/>
                    <a:pt x="4626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27"/>
            <p:cNvSpPr/>
            <p:nvPr/>
          </p:nvSpPr>
          <p:spPr>
            <a:xfrm>
              <a:off x="7375227" y="1885662"/>
              <a:ext cx="107091" cy="60029"/>
            </a:xfrm>
            <a:custGeom>
              <a:avLst/>
              <a:gdLst/>
              <a:ahLst/>
              <a:cxnLst/>
              <a:rect l="l" t="t" r="r" b="b"/>
              <a:pathLst>
                <a:path w="5195" h="2912" extrusionOk="0">
                  <a:moveTo>
                    <a:pt x="3695" y="1"/>
                  </a:moveTo>
                  <a:cubicBezTo>
                    <a:pt x="3326" y="1"/>
                    <a:pt x="2907" y="35"/>
                    <a:pt x="2465" y="106"/>
                  </a:cubicBezTo>
                  <a:cubicBezTo>
                    <a:pt x="1062" y="334"/>
                    <a:pt x="1" y="865"/>
                    <a:pt x="39" y="1282"/>
                  </a:cubicBezTo>
                  <a:cubicBezTo>
                    <a:pt x="98" y="1607"/>
                    <a:pt x="641" y="1725"/>
                    <a:pt x="1400" y="1725"/>
                  </a:cubicBezTo>
                  <a:cubicBezTo>
                    <a:pt x="1614" y="1725"/>
                    <a:pt x="1844" y="1715"/>
                    <a:pt x="2086" y="1699"/>
                  </a:cubicBezTo>
                  <a:lnTo>
                    <a:pt x="2275" y="2912"/>
                  </a:lnTo>
                  <a:lnTo>
                    <a:pt x="3451" y="2684"/>
                  </a:lnTo>
                  <a:lnTo>
                    <a:pt x="3223" y="1509"/>
                  </a:lnTo>
                  <a:cubicBezTo>
                    <a:pt x="4361" y="1244"/>
                    <a:pt x="5195" y="789"/>
                    <a:pt x="5119" y="448"/>
                  </a:cubicBezTo>
                  <a:cubicBezTo>
                    <a:pt x="5067" y="162"/>
                    <a:pt x="4499" y="1"/>
                    <a:pt x="3695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27"/>
            <p:cNvSpPr/>
            <p:nvPr/>
          </p:nvSpPr>
          <p:spPr>
            <a:xfrm>
              <a:off x="7664404" y="1885662"/>
              <a:ext cx="107874" cy="60029"/>
            </a:xfrm>
            <a:custGeom>
              <a:avLst/>
              <a:gdLst/>
              <a:ahLst/>
              <a:cxnLst/>
              <a:rect l="l" t="t" r="r" b="b"/>
              <a:pathLst>
                <a:path w="5233" h="2912" extrusionOk="0">
                  <a:moveTo>
                    <a:pt x="1500" y="1"/>
                  </a:moveTo>
                  <a:cubicBezTo>
                    <a:pt x="697" y="1"/>
                    <a:pt x="129" y="162"/>
                    <a:pt x="77" y="448"/>
                  </a:cubicBezTo>
                  <a:cubicBezTo>
                    <a:pt x="1" y="789"/>
                    <a:pt x="835" y="1244"/>
                    <a:pt x="1972" y="1509"/>
                  </a:cubicBezTo>
                  <a:lnTo>
                    <a:pt x="1745" y="2684"/>
                  </a:lnTo>
                  <a:lnTo>
                    <a:pt x="2920" y="2912"/>
                  </a:lnTo>
                  <a:lnTo>
                    <a:pt x="3110" y="1699"/>
                  </a:lnTo>
                  <a:cubicBezTo>
                    <a:pt x="3360" y="1715"/>
                    <a:pt x="3595" y="1725"/>
                    <a:pt x="3811" y="1725"/>
                  </a:cubicBezTo>
                  <a:cubicBezTo>
                    <a:pt x="4577" y="1725"/>
                    <a:pt x="5098" y="1607"/>
                    <a:pt x="5157" y="1282"/>
                  </a:cubicBezTo>
                  <a:cubicBezTo>
                    <a:pt x="5233" y="865"/>
                    <a:pt x="4133" y="334"/>
                    <a:pt x="2731" y="106"/>
                  </a:cubicBezTo>
                  <a:cubicBezTo>
                    <a:pt x="2289" y="35"/>
                    <a:pt x="1870" y="1"/>
                    <a:pt x="1500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27"/>
            <p:cNvSpPr/>
            <p:nvPr/>
          </p:nvSpPr>
          <p:spPr>
            <a:xfrm>
              <a:off x="7265024" y="1922808"/>
              <a:ext cx="587753" cy="249556"/>
            </a:xfrm>
            <a:custGeom>
              <a:avLst/>
              <a:gdLst/>
              <a:ahLst/>
              <a:cxnLst/>
              <a:rect l="l" t="t" r="r" b="b"/>
              <a:pathLst>
                <a:path w="28512" h="12106" extrusionOk="0">
                  <a:moveTo>
                    <a:pt x="14315" y="0"/>
                  </a:moveTo>
                  <a:cubicBezTo>
                    <a:pt x="14144" y="0"/>
                    <a:pt x="13985" y="4"/>
                    <a:pt x="13839" y="10"/>
                  </a:cubicBezTo>
                  <a:cubicBezTo>
                    <a:pt x="10275" y="162"/>
                    <a:pt x="3754" y="1034"/>
                    <a:pt x="1859" y="2096"/>
                  </a:cubicBezTo>
                  <a:cubicBezTo>
                    <a:pt x="1" y="3157"/>
                    <a:pt x="987" y="7062"/>
                    <a:pt x="1062" y="7252"/>
                  </a:cubicBezTo>
                  <a:cubicBezTo>
                    <a:pt x="1062" y="7252"/>
                    <a:pt x="3792" y="11953"/>
                    <a:pt x="6143" y="11991"/>
                  </a:cubicBezTo>
                  <a:cubicBezTo>
                    <a:pt x="6164" y="11992"/>
                    <a:pt x="6185" y="11992"/>
                    <a:pt x="6206" y="11992"/>
                  </a:cubicBezTo>
                  <a:cubicBezTo>
                    <a:pt x="8532" y="11992"/>
                    <a:pt x="10655" y="7859"/>
                    <a:pt x="10655" y="7859"/>
                  </a:cubicBezTo>
                  <a:lnTo>
                    <a:pt x="18161" y="7897"/>
                  </a:lnTo>
                  <a:cubicBezTo>
                    <a:pt x="18161" y="7897"/>
                    <a:pt x="21270" y="12067"/>
                    <a:pt x="22484" y="12105"/>
                  </a:cubicBezTo>
                  <a:cubicBezTo>
                    <a:pt x="22496" y="12105"/>
                    <a:pt x="22509" y="12105"/>
                    <a:pt x="22521" y="12105"/>
                  </a:cubicBezTo>
                  <a:cubicBezTo>
                    <a:pt x="24827" y="12105"/>
                    <a:pt x="27642" y="8645"/>
                    <a:pt x="28095" y="6911"/>
                  </a:cubicBezTo>
                  <a:cubicBezTo>
                    <a:pt x="28512" y="5432"/>
                    <a:pt x="28057" y="2399"/>
                    <a:pt x="27488" y="1944"/>
                  </a:cubicBezTo>
                  <a:cubicBezTo>
                    <a:pt x="26909" y="1473"/>
                    <a:pt x="17930" y="0"/>
                    <a:pt x="14315" y="0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27"/>
            <p:cNvSpPr/>
            <p:nvPr/>
          </p:nvSpPr>
          <p:spPr>
            <a:xfrm>
              <a:off x="7494027" y="1947236"/>
              <a:ext cx="135229" cy="82086"/>
            </a:xfrm>
            <a:custGeom>
              <a:avLst/>
              <a:gdLst/>
              <a:ahLst/>
              <a:cxnLst/>
              <a:rect l="l" t="t" r="r" b="b"/>
              <a:pathLst>
                <a:path w="6560" h="3982" extrusionOk="0">
                  <a:moveTo>
                    <a:pt x="3261" y="1"/>
                  </a:moveTo>
                  <a:cubicBezTo>
                    <a:pt x="1441" y="1"/>
                    <a:pt x="1" y="911"/>
                    <a:pt x="1" y="2010"/>
                  </a:cubicBezTo>
                  <a:cubicBezTo>
                    <a:pt x="1" y="3110"/>
                    <a:pt x="1441" y="3982"/>
                    <a:pt x="3261" y="3982"/>
                  </a:cubicBezTo>
                  <a:cubicBezTo>
                    <a:pt x="5081" y="3982"/>
                    <a:pt x="6560" y="3110"/>
                    <a:pt x="6560" y="2010"/>
                  </a:cubicBezTo>
                  <a:cubicBezTo>
                    <a:pt x="6560" y="911"/>
                    <a:pt x="5081" y="1"/>
                    <a:pt x="326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27"/>
            <p:cNvSpPr/>
            <p:nvPr/>
          </p:nvSpPr>
          <p:spPr>
            <a:xfrm>
              <a:off x="7397903" y="1953132"/>
              <a:ext cx="73469" cy="90558"/>
            </a:xfrm>
            <a:custGeom>
              <a:avLst/>
              <a:gdLst/>
              <a:ahLst/>
              <a:cxnLst/>
              <a:rect l="l" t="t" r="r" b="b"/>
              <a:pathLst>
                <a:path w="3564" h="4393" extrusionOk="0">
                  <a:moveTo>
                    <a:pt x="2635" y="1"/>
                  </a:moveTo>
                  <a:cubicBezTo>
                    <a:pt x="1834" y="1"/>
                    <a:pt x="495" y="280"/>
                    <a:pt x="266" y="625"/>
                  </a:cubicBezTo>
                  <a:cubicBezTo>
                    <a:pt x="0" y="1042"/>
                    <a:pt x="76" y="3999"/>
                    <a:pt x="455" y="4264"/>
                  </a:cubicBezTo>
                  <a:cubicBezTo>
                    <a:pt x="597" y="4355"/>
                    <a:pt x="935" y="4392"/>
                    <a:pt x="1331" y="4392"/>
                  </a:cubicBezTo>
                  <a:cubicBezTo>
                    <a:pt x="2100" y="4392"/>
                    <a:pt x="3085" y="4250"/>
                    <a:pt x="3261" y="4075"/>
                  </a:cubicBezTo>
                  <a:cubicBezTo>
                    <a:pt x="3526" y="3772"/>
                    <a:pt x="3564" y="359"/>
                    <a:pt x="3185" y="94"/>
                  </a:cubicBezTo>
                  <a:cubicBezTo>
                    <a:pt x="3093" y="30"/>
                    <a:pt x="2891" y="1"/>
                    <a:pt x="2635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27"/>
            <p:cNvSpPr/>
            <p:nvPr/>
          </p:nvSpPr>
          <p:spPr>
            <a:xfrm>
              <a:off x="7309571" y="1964202"/>
              <a:ext cx="77406" cy="93898"/>
            </a:xfrm>
            <a:custGeom>
              <a:avLst/>
              <a:gdLst/>
              <a:ahLst/>
              <a:cxnLst/>
              <a:rect l="l" t="t" r="r" b="b"/>
              <a:pathLst>
                <a:path w="3755" h="4555" extrusionOk="0">
                  <a:moveTo>
                    <a:pt x="2790" y="0"/>
                  </a:moveTo>
                  <a:cubicBezTo>
                    <a:pt x="2068" y="0"/>
                    <a:pt x="422" y="497"/>
                    <a:pt x="228" y="884"/>
                  </a:cubicBezTo>
                  <a:cubicBezTo>
                    <a:pt x="1" y="1339"/>
                    <a:pt x="380" y="4258"/>
                    <a:pt x="797" y="4486"/>
                  </a:cubicBezTo>
                  <a:cubicBezTo>
                    <a:pt x="877" y="4534"/>
                    <a:pt x="1035" y="4555"/>
                    <a:pt x="1236" y="4555"/>
                  </a:cubicBezTo>
                  <a:cubicBezTo>
                    <a:pt x="1988" y="4555"/>
                    <a:pt x="3347" y="4262"/>
                    <a:pt x="3527" y="3993"/>
                  </a:cubicBezTo>
                  <a:cubicBezTo>
                    <a:pt x="3754" y="3652"/>
                    <a:pt x="3489" y="277"/>
                    <a:pt x="3072" y="50"/>
                  </a:cubicBezTo>
                  <a:cubicBezTo>
                    <a:pt x="3015" y="16"/>
                    <a:pt x="2917" y="0"/>
                    <a:pt x="2790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27"/>
            <p:cNvSpPr/>
            <p:nvPr/>
          </p:nvSpPr>
          <p:spPr>
            <a:xfrm>
              <a:off x="7658941" y="1953132"/>
              <a:ext cx="73490" cy="90558"/>
            </a:xfrm>
            <a:custGeom>
              <a:avLst/>
              <a:gdLst/>
              <a:ahLst/>
              <a:cxnLst/>
              <a:rect l="l" t="t" r="r" b="b"/>
              <a:pathLst>
                <a:path w="3565" h="4393" extrusionOk="0">
                  <a:moveTo>
                    <a:pt x="930" y="1"/>
                  </a:moveTo>
                  <a:cubicBezTo>
                    <a:pt x="673" y="1"/>
                    <a:pt x="471" y="30"/>
                    <a:pt x="379" y="94"/>
                  </a:cubicBezTo>
                  <a:cubicBezTo>
                    <a:pt x="0" y="359"/>
                    <a:pt x="38" y="3772"/>
                    <a:pt x="304" y="4075"/>
                  </a:cubicBezTo>
                  <a:cubicBezTo>
                    <a:pt x="479" y="4250"/>
                    <a:pt x="1464" y="4392"/>
                    <a:pt x="2233" y="4392"/>
                  </a:cubicBezTo>
                  <a:cubicBezTo>
                    <a:pt x="2629" y="4392"/>
                    <a:pt x="2968" y="4355"/>
                    <a:pt x="3109" y="4264"/>
                  </a:cubicBezTo>
                  <a:cubicBezTo>
                    <a:pt x="3488" y="3999"/>
                    <a:pt x="3564" y="1042"/>
                    <a:pt x="3299" y="625"/>
                  </a:cubicBezTo>
                  <a:cubicBezTo>
                    <a:pt x="3069" y="280"/>
                    <a:pt x="1730" y="1"/>
                    <a:pt x="930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27"/>
            <p:cNvSpPr/>
            <p:nvPr/>
          </p:nvSpPr>
          <p:spPr>
            <a:xfrm>
              <a:off x="7742573" y="1964202"/>
              <a:ext cx="78169" cy="93898"/>
            </a:xfrm>
            <a:custGeom>
              <a:avLst/>
              <a:gdLst/>
              <a:ahLst/>
              <a:cxnLst/>
              <a:rect l="l" t="t" r="r" b="b"/>
              <a:pathLst>
                <a:path w="3792" h="4555" extrusionOk="0">
                  <a:moveTo>
                    <a:pt x="979" y="0"/>
                  </a:moveTo>
                  <a:cubicBezTo>
                    <a:pt x="848" y="0"/>
                    <a:pt x="745" y="16"/>
                    <a:pt x="683" y="50"/>
                  </a:cubicBezTo>
                  <a:cubicBezTo>
                    <a:pt x="303" y="277"/>
                    <a:pt x="0" y="3652"/>
                    <a:pt x="266" y="3993"/>
                  </a:cubicBezTo>
                  <a:cubicBezTo>
                    <a:pt x="445" y="4262"/>
                    <a:pt x="1780" y="4555"/>
                    <a:pt x="2541" y="4555"/>
                  </a:cubicBezTo>
                  <a:cubicBezTo>
                    <a:pt x="2745" y="4555"/>
                    <a:pt x="2907" y="4534"/>
                    <a:pt x="2995" y="4486"/>
                  </a:cubicBezTo>
                  <a:cubicBezTo>
                    <a:pt x="3412" y="4258"/>
                    <a:pt x="3791" y="1339"/>
                    <a:pt x="3564" y="884"/>
                  </a:cubicBezTo>
                  <a:cubicBezTo>
                    <a:pt x="3371" y="497"/>
                    <a:pt x="1724" y="0"/>
                    <a:pt x="979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27"/>
            <p:cNvSpPr/>
            <p:nvPr/>
          </p:nvSpPr>
          <p:spPr>
            <a:xfrm>
              <a:off x="7447913" y="1311040"/>
              <a:ext cx="39889" cy="34488"/>
            </a:xfrm>
            <a:custGeom>
              <a:avLst/>
              <a:gdLst/>
              <a:ahLst/>
              <a:cxnLst/>
              <a:rect l="l" t="t" r="r" b="b"/>
              <a:pathLst>
                <a:path w="1935" h="1673" extrusionOk="0">
                  <a:moveTo>
                    <a:pt x="1138" y="1"/>
                  </a:moveTo>
                  <a:cubicBezTo>
                    <a:pt x="380" y="1"/>
                    <a:pt x="1" y="911"/>
                    <a:pt x="531" y="1442"/>
                  </a:cubicBezTo>
                  <a:cubicBezTo>
                    <a:pt x="702" y="1600"/>
                    <a:pt x="908" y="1672"/>
                    <a:pt x="1108" y="1672"/>
                  </a:cubicBezTo>
                  <a:cubicBezTo>
                    <a:pt x="1532" y="1672"/>
                    <a:pt x="1934" y="1350"/>
                    <a:pt x="1934" y="835"/>
                  </a:cubicBezTo>
                  <a:cubicBezTo>
                    <a:pt x="1934" y="380"/>
                    <a:pt x="1593" y="1"/>
                    <a:pt x="113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27"/>
            <p:cNvSpPr/>
            <p:nvPr/>
          </p:nvSpPr>
          <p:spPr>
            <a:xfrm>
              <a:off x="7612827" y="1311040"/>
              <a:ext cx="39889" cy="34488"/>
            </a:xfrm>
            <a:custGeom>
              <a:avLst/>
              <a:gdLst/>
              <a:ahLst/>
              <a:cxnLst/>
              <a:rect l="l" t="t" r="r" b="b"/>
              <a:pathLst>
                <a:path w="1935" h="1673" extrusionOk="0">
                  <a:moveTo>
                    <a:pt x="1100" y="1"/>
                  </a:moveTo>
                  <a:cubicBezTo>
                    <a:pt x="342" y="39"/>
                    <a:pt x="0" y="911"/>
                    <a:pt x="531" y="1442"/>
                  </a:cubicBezTo>
                  <a:cubicBezTo>
                    <a:pt x="690" y="1600"/>
                    <a:pt x="891" y="1672"/>
                    <a:pt x="1091" y="1672"/>
                  </a:cubicBezTo>
                  <a:cubicBezTo>
                    <a:pt x="1515" y="1672"/>
                    <a:pt x="1934" y="1350"/>
                    <a:pt x="1934" y="835"/>
                  </a:cubicBezTo>
                  <a:cubicBezTo>
                    <a:pt x="1934" y="380"/>
                    <a:pt x="1555" y="1"/>
                    <a:pt x="110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27"/>
            <p:cNvSpPr/>
            <p:nvPr/>
          </p:nvSpPr>
          <p:spPr>
            <a:xfrm>
              <a:off x="6617180" y="1971726"/>
              <a:ext cx="574395" cy="267923"/>
            </a:xfrm>
            <a:custGeom>
              <a:avLst/>
              <a:gdLst/>
              <a:ahLst/>
              <a:cxnLst/>
              <a:rect l="l" t="t" r="r" b="b"/>
              <a:pathLst>
                <a:path w="27864" h="12997" extrusionOk="0">
                  <a:moveTo>
                    <a:pt x="8182" y="0"/>
                  </a:moveTo>
                  <a:cubicBezTo>
                    <a:pt x="7357" y="0"/>
                    <a:pt x="6535" y="34"/>
                    <a:pt x="5722" y="102"/>
                  </a:cubicBezTo>
                  <a:cubicBezTo>
                    <a:pt x="4206" y="254"/>
                    <a:pt x="2954" y="1239"/>
                    <a:pt x="2386" y="2642"/>
                  </a:cubicBezTo>
                  <a:cubicBezTo>
                    <a:pt x="1" y="8753"/>
                    <a:pt x="3769" y="12996"/>
                    <a:pt x="7174" y="12996"/>
                  </a:cubicBezTo>
                  <a:cubicBezTo>
                    <a:pt x="7234" y="12996"/>
                    <a:pt x="7293" y="12995"/>
                    <a:pt x="7352" y="12993"/>
                  </a:cubicBezTo>
                  <a:cubicBezTo>
                    <a:pt x="11220" y="12841"/>
                    <a:pt x="25513" y="10263"/>
                    <a:pt x="25513" y="10263"/>
                  </a:cubicBezTo>
                  <a:cubicBezTo>
                    <a:pt x="27864" y="6585"/>
                    <a:pt x="24944" y="1239"/>
                    <a:pt x="24944" y="1239"/>
                  </a:cubicBezTo>
                  <a:cubicBezTo>
                    <a:pt x="20812" y="1201"/>
                    <a:pt x="16717" y="898"/>
                    <a:pt x="12622" y="329"/>
                  </a:cubicBezTo>
                  <a:cubicBezTo>
                    <a:pt x="11160" y="110"/>
                    <a:pt x="9666" y="0"/>
                    <a:pt x="8182" y="0"/>
                  </a:cubicBezTo>
                  <a:close/>
                </a:path>
              </a:pathLst>
            </a:custGeom>
            <a:solidFill>
              <a:srgbClr val="5DD6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27"/>
            <p:cNvSpPr/>
            <p:nvPr/>
          </p:nvSpPr>
          <p:spPr>
            <a:xfrm>
              <a:off x="7033052" y="1997535"/>
              <a:ext cx="167470" cy="188703"/>
            </a:xfrm>
            <a:custGeom>
              <a:avLst/>
              <a:gdLst/>
              <a:ahLst/>
              <a:cxnLst/>
              <a:rect l="l" t="t" r="r" b="b"/>
              <a:pathLst>
                <a:path w="8124" h="9154" extrusionOk="0">
                  <a:moveTo>
                    <a:pt x="4321" y="0"/>
                  </a:moveTo>
                  <a:cubicBezTo>
                    <a:pt x="3097" y="0"/>
                    <a:pt x="0" y="416"/>
                    <a:pt x="183" y="4651"/>
                  </a:cubicBezTo>
                  <a:cubicBezTo>
                    <a:pt x="337" y="8527"/>
                    <a:pt x="2664" y="9153"/>
                    <a:pt x="4151" y="9153"/>
                  </a:cubicBezTo>
                  <a:cubicBezTo>
                    <a:pt x="4859" y="9153"/>
                    <a:pt x="5377" y="9011"/>
                    <a:pt x="5377" y="9011"/>
                  </a:cubicBezTo>
                  <a:cubicBezTo>
                    <a:pt x="5377" y="9011"/>
                    <a:pt x="5391" y="9012"/>
                    <a:pt x="5417" y="9012"/>
                  </a:cubicBezTo>
                  <a:cubicBezTo>
                    <a:pt x="5757" y="9012"/>
                    <a:pt x="8123" y="8881"/>
                    <a:pt x="7842" y="5219"/>
                  </a:cubicBezTo>
                  <a:cubicBezTo>
                    <a:pt x="7538" y="594"/>
                    <a:pt x="4808" y="25"/>
                    <a:pt x="4808" y="25"/>
                  </a:cubicBezTo>
                  <a:cubicBezTo>
                    <a:pt x="4808" y="25"/>
                    <a:pt x="4621" y="0"/>
                    <a:pt x="432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27"/>
            <p:cNvSpPr/>
            <p:nvPr/>
          </p:nvSpPr>
          <p:spPr>
            <a:xfrm>
              <a:off x="7046966" y="1901906"/>
              <a:ext cx="476787" cy="320572"/>
            </a:xfrm>
            <a:custGeom>
              <a:avLst/>
              <a:gdLst/>
              <a:ahLst/>
              <a:cxnLst/>
              <a:rect l="l" t="t" r="r" b="b"/>
              <a:pathLst>
                <a:path w="23129" h="15551" extrusionOk="0">
                  <a:moveTo>
                    <a:pt x="16114" y="1"/>
                  </a:moveTo>
                  <a:lnTo>
                    <a:pt x="13384" y="380"/>
                  </a:lnTo>
                  <a:lnTo>
                    <a:pt x="11223" y="683"/>
                  </a:lnTo>
                  <a:lnTo>
                    <a:pt x="7773" y="2162"/>
                  </a:lnTo>
                  <a:cubicBezTo>
                    <a:pt x="6181" y="4020"/>
                    <a:pt x="4513" y="5612"/>
                    <a:pt x="2655" y="5764"/>
                  </a:cubicBezTo>
                  <a:cubicBezTo>
                    <a:pt x="1" y="6332"/>
                    <a:pt x="494" y="12740"/>
                    <a:pt x="3716" y="12891"/>
                  </a:cubicBezTo>
                  <a:cubicBezTo>
                    <a:pt x="5650" y="13005"/>
                    <a:pt x="8986" y="15090"/>
                    <a:pt x="11185" y="15356"/>
                  </a:cubicBezTo>
                  <a:cubicBezTo>
                    <a:pt x="12323" y="15494"/>
                    <a:pt x="13276" y="15550"/>
                    <a:pt x="14074" y="15550"/>
                  </a:cubicBezTo>
                  <a:cubicBezTo>
                    <a:pt x="17667" y="15550"/>
                    <a:pt x="18124" y="14408"/>
                    <a:pt x="18124" y="14408"/>
                  </a:cubicBezTo>
                  <a:cubicBezTo>
                    <a:pt x="19337" y="14181"/>
                    <a:pt x="20057" y="13688"/>
                    <a:pt x="20095" y="12967"/>
                  </a:cubicBezTo>
                  <a:cubicBezTo>
                    <a:pt x="21195" y="12702"/>
                    <a:pt x="21839" y="11754"/>
                    <a:pt x="21536" y="11072"/>
                  </a:cubicBezTo>
                  <a:cubicBezTo>
                    <a:pt x="22939" y="10313"/>
                    <a:pt x="23128" y="9479"/>
                    <a:pt x="22408" y="8569"/>
                  </a:cubicBezTo>
                  <a:lnTo>
                    <a:pt x="22408" y="8569"/>
                  </a:lnTo>
                  <a:lnTo>
                    <a:pt x="18351" y="9176"/>
                  </a:lnTo>
                  <a:lnTo>
                    <a:pt x="13043" y="7963"/>
                  </a:lnTo>
                  <a:lnTo>
                    <a:pt x="10655" y="5043"/>
                  </a:lnTo>
                  <a:lnTo>
                    <a:pt x="11754" y="3868"/>
                  </a:lnTo>
                  <a:cubicBezTo>
                    <a:pt x="12892" y="3678"/>
                    <a:pt x="13991" y="3337"/>
                    <a:pt x="15053" y="2920"/>
                  </a:cubicBezTo>
                  <a:cubicBezTo>
                    <a:pt x="15849" y="2617"/>
                    <a:pt x="16342" y="1896"/>
                    <a:pt x="16304" y="1062"/>
                  </a:cubicBezTo>
                  <a:cubicBezTo>
                    <a:pt x="16304" y="721"/>
                    <a:pt x="16228" y="342"/>
                    <a:pt x="16114" y="1"/>
                  </a:cubicBezTo>
                  <a:close/>
                </a:path>
              </a:pathLst>
            </a:custGeom>
            <a:solidFill>
              <a:srgbClr val="F9C8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27"/>
            <p:cNvSpPr/>
            <p:nvPr/>
          </p:nvSpPr>
          <p:spPr>
            <a:xfrm>
              <a:off x="7322084" y="1901906"/>
              <a:ext cx="60194" cy="35003"/>
            </a:xfrm>
            <a:custGeom>
              <a:avLst/>
              <a:gdLst/>
              <a:ahLst/>
              <a:cxnLst/>
              <a:rect l="l" t="t" r="r" b="b"/>
              <a:pathLst>
                <a:path w="2920" h="1698" extrusionOk="0">
                  <a:moveTo>
                    <a:pt x="2730" y="1"/>
                  </a:moveTo>
                  <a:lnTo>
                    <a:pt x="0" y="418"/>
                  </a:lnTo>
                  <a:cubicBezTo>
                    <a:pt x="0" y="607"/>
                    <a:pt x="38" y="1555"/>
                    <a:pt x="304" y="1669"/>
                  </a:cubicBezTo>
                  <a:cubicBezTo>
                    <a:pt x="364" y="1686"/>
                    <a:pt x="503" y="1698"/>
                    <a:pt x="687" y="1698"/>
                  </a:cubicBezTo>
                  <a:cubicBezTo>
                    <a:pt x="1307" y="1698"/>
                    <a:pt x="2452" y="1568"/>
                    <a:pt x="2920" y="1100"/>
                  </a:cubicBezTo>
                  <a:cubicBezTo>
                    <a:pt x="2920" y="721"/>
                    <a:pt x="2844" y="380"/>
                    <a:pt x="2730" y="1"/>
                  </a:cubicBezTo>
                  <a:close/>
                </a:path>
              </a:pathLst>
            </a:custGeom>
            <a:solidFill>
              <a:srgbClr val="E5AB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27"/>
            <p:cNvSpPr/>
            <p:nvPr/>
          </p:nvSpPr>
          <p:spPr>
            <a:xfrm>
              <a:off x="7309571" y="2126230"/>
              <a:ext cx="181343" cy="17398"/>
            </a:xfrm>
            <a:custGeom>
              <a:avLst/>
              <a:gdLst/>
              <a:ahLst/>
              <a:cxnLst/>
              <a:rect l="l" t="t" r="r" b="b"/>
              <a:pathLst>
                <a:path w="8797" h="844" extrusionOk="0">
                  <a:moveTo>
                    <a:pt x="1" y="0"/>
                  </a:moveTo>
                  <a:cubicBezTo>
                    <a:pt x="1" y="0"/>
                    <a:pt x="2565" y="844"/>
                    <a:pt x="4511" y="844"/>
                  </a:cubicBezTo>
                  <a:cubicBezTo>
                    <a:pt x="4628" y="844"/>
                    <a:pt x="4742" y="841"/>
                    <a:pt x="4854" y="834"/>
                  </a:cubicBezTo>
                  <a:cubicBezTo>
                    <a:pt x="6181" y="796"/>
                    <a:pt x="7508" y="569"/>
                    <a:pt x="8797" y="190"/>
                  </a:cubicBezTo>
                  <a:lnTo>
                    <a:pt x="8797" y="190"/>
                  </a:lnTo>
                  <a:cubicBezTo>
                    <a:pt x="8797" y="190"/>
                    <a:pt x="6749" y="455"/>
                    <a:pt x="4892" y="531"/>
                  </a:cubicBezTo>
                  <a:cubicBezTo>
                    <a:pt x="4826" y="536"/>
                    <a:pt x="4754" y="538"/>
                    <a:pt x="4676" y="538"/>
                  </a:cubicBezTo>
                  <a:cubicBezTo>
                    <a:pt x="3579" y="538"/>
                    <a:pt x="1311" y="71"/>
                    <a:pt x="1" y="0"/>
                  </a:cubicBezTo>
                  <a:close/>
                </a:path>
              </a:pathLst>
            </a:custGeom>
            <a:solidFill>
              <a:srgbClr val="E5AB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27"/>
            <p:cNvSpPr/>
            <p:nvPr/>
          </p:nvSpPr>
          <p:spPr>
            <a:xfrm>
              <a:off x="7296295" y="2169210"/>
              <a:ext cx="165718" cy="13296"/>
            </a:xfrm>
            <a:custGeom>
              <a:avLst/>
              <a:gdLst/>
              <a:ahLst/>
              <a:cxnLst/>
              <a:rect l="l" t="t" r="r" b="b"/>
              <a:pathLst>
                <a:path w="8039" h="645" extrusionOk="0">
                  <a:moveTo>
                    <a:pt x="0" y="0"/>
                  </a:moveTo>
                  <a:lnTo>
                    <a:pt x="0" y="0"/>
                  </a:lnTo>
                  <a:cubicBezTo>
                    <a:pt x="1251" y="379"/>
                    <a:pt x="2578" y="607"/>
                    <a:pt x="3905" y="645"/>
                  </a:cubicBezTo>
                  <a:cubicBezTo>
                    <a:pt x="5308" y="607"/>
                    <a:pt x="6711" y="417"/>
                    <a:pt x="8038" y="0"/>
                  </a:cubicBezTo>
                  <a:lnTo>
                    <a:pt x="8038" y="0"/>
                  </a:lnTo>
                  <a:cubicBezTo>
                    <a:pt x="8038" y="0"/>
                    <a:pt x="6066" y="266"/>
                    <a:pt x="3943" y="342"/>
                  </a:cubicBezTo>
                  <a:cubicBezTo>
                    <a:pt x="3894" y="344"/>
                    <a:pt x="3842" y="344"/>
                    <a:pt x="3787" y="344"/>
                  </a:cubicBezTo>
                  <a:cubicBezTo>
                    <a:pt x="2810" y="344"/>
                    <a:pt x="1150" y="36"/>
                    <a:pt x="0" y="0"/>
                  </a:cubicBezTo>
                  <a:close/>
                </a:path>
              </a:pathLst>
            </a:custGeom>
            <a:solidFill>
              <a:srgbClr val="E5AB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27"/>
            <p:cNvSpPr/>
            <p:nvPr/>
          </p:nvSpPr>
          <p:spPr>
            <a:xfrm>
              <a:off x="7285349" y="2199678"/>
              <a:ext cx="136013" cy="12080"/>
            </a:xfrm>
            <a:custGeom>
              <a:avLst/>
              <a:gdLst/>
              <a:ahLst/>
              <a:cxnLst/>
              <a:rect l="l" t="t" r="r" b="b"/>
              <a:pathLst>
                <a:path w="6598" h="586" extrusionOk="0">
                  <a:moveTo>
                    <a:pt x="6598" y="1"/>
                  </a:moveTo>
                  <a:lnTo>
                    <a:pt x="6598" y="1"/>
                  </a:lnTo>
                  <a:cubicBezTo>
                    <a:pt x="5055" y="214"/>
                    <a:pt x="3512" y="333"/>
                    <a:pt x="1969" y="333"/>
                  </a:cubicBezTo>
                  <a:cubicBezTo>
                    <a:pt x="1313" y="333"/>
                    <a:pt x="657" y="312"/>
                    <a:pt x="1" y="266"/>
                  </a:cubicBezTo>
                  <a:lnTo>
                    <a:pt x="1" y="266"/>
                  </a:lnTo>
                  <a:cubicBezTo>
                    <a:pt x="1" y="266"/>
                    <a:pt x="1320" y="586"/>
                    <a:pt x="3026" y="586"/>
                  </a:cubicBezTo>
                  <a:cubicBezTo>
                    <a:pt x="4138" y="586"/>
                    <a:pt x="5415" y="450"/>
                    <a:pt x="6598" y="1"/>
                  </a:cubicBezTo>
                  <a:close/>
                </a:path>
              </a:pathLst>
            </a:custGeom>
            <a:solidFill>
              <a:srgbClr val="E5AB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27"/>
            <p:cNvSpPr/>
            <p:nvPr/>
          </p:nvSpPr>
          <p:spPr>
            <a:xfrm>
              <a:off x="7941088" y="1971726"/>
              <a:ext cx="574395" cy="267923"/>
            </a:xfrm>
            <a:custGeom>
              <a:avLst/>
              <a:gdLst/>
              <a:ahLst/>
              <a:cxnLst/>
              <a:rect l="l" t="t" r="r" b="b"/>
              <a:pathLst>
                <a:path w="27864" h="12997" extrusionOk="0">
                  <a:moveTo>
                    <a:pt x="19693" y="0"/>
                  </a:moveTo>
                  <a:cubicBezTo>
                    <a:pt x="18198" y="0"/>
                    <a:pt x="16704" y="110"/>
                    <a:pt x="15242" y="329"/>
                  </a:cubicBezTo>
                  <a:cubicBezTo>
                    <a:pt x="11147" y="898"/>
                    <a:pt x="7052" y="1201"/>
                    <a:pt x="2920" y="1239"/>
                  </a:cubicBezTo>
                  <a:cubicBezTo>
                    <a:pt x="2920" y="1239"/>
                    <a:pt x="0" y="6585"/>
                    <a:pt x="2351" y="10263"/>
                  </a:cubicBezTo>
                  <a:cubicBezTo>
                    <a:pt x="2351" y="10263"/>
                    <a:pt x="16644" y="12841"/>
                    <a:pt x="20512" y="12993"/>
                  </a:cubicBezTo>
                  <a:cubicBezTo>
                    <a:pt x="20571" y="12995"/>
                    <a:pt x="20630" y="12996"/>
                    <a:pt x="20690" y="12996"/>
                  </a:cubicBezTo>
                  <a:cubicBezTo>
                    <a:pt x="24095" y="12996"/>
                    <a:pt x="27863" y="8753"/>
                    <a:pt x="25478" y="2642"/>
                  </a:cubicBezTo>
                  <a:cubicBezTo>
                    <a:pt x="24910" y="1239"/>
                    <a:pt x="23658" y="254"/>
                    <a:pt x="22180" y="102"/>
                  </a:cubicBezTo>
                  <a:cubicBezTo>
                    <a:pt x="21354" y="34"/>
                    <a:pt x="20523" y="0"/>
                    <a:pt x="19693" y="0"/>
                  </a:cubicBezTo>
                  <a:close/>
                </a:path>
              </a:pathLst>
            </a:custGeom>
            <a:solidFill>
              <a:srgbClr val="5DD6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27"/>
            <p:cNvSpPr/>
            <p:nvPr/>
          </p:nvSpPr>
          <p:spPr>
            <a:xfrm>
              <a:off x="7931379" y="1997535"/>
              <a:ext cx="168233" cy="188703"/>
            </a:xfrm>
            <a:custGeom>
              <a:avLst/>
              <a:gdLst/>
              <a:ahLst/>
              <a:cxnLst/>
              <a:rect l="l" t="t" r="r" b="b"/>
              <a:pathLst>
                <a:path w="8161" h="9154" extrusionOk="0">
                  <a:moveTo>
                    <a:pt x="3840" y="0"/>
                  </a:moveTo>
                  <a:cubicBezTo>
                    <a:pt x="3540" y="0"/>
                    <a:pt x="3353" y="25"/>
                    <a:pt x="3353" y="25"/>
                  </a:cubicBezTo>
                  <a:cubicBezTo>
                    <a:pt x="3353" y="25"/>
                    <a:pt x="623" y="594"/>
                    <a:pt x="282" y="5219"/>
                  </a:cubicBezTo>
                  <a:cubicBezTo>
                    <a:pt x="0" y="8881"/>
                    <a:pt x="2366" y="9012"/>
                    <a:pt x="2706" y="9012"/>
                  </a:cubicBezTo>
                  <a:cubicBezTo>
                    <a:pt x="2732" y="9012"/>
                    <a:pt x="2746" y="9011"/>
                    <a:pt x="2746" y="9011"/>
                  </a:cubicBezTo>
                  <a:cubicBezTo>
                    <a:pt x="2746" y="9011"/>
                    <a:pt x="3264" y="9153"/>
                    <a:pt x="3974" y="9153"/>
                  </a:cubicBezTo>
                  <a:cubicBezTo>
                    <a:pt x="5463" y="9153"/>
                    <a:pt x="7798" y="8527"/>
                    <a:pt x="7978" y="4651"/>
                  </a:cubicBezTo>
                  <a:cubicBezTo>
                    <a:pt x="8161" y="416"/>
                    <a:pt x="5064" y="0"/>
                    <a:pt x="384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27"/>
            <p:cNvSpPr/>
            <p:nvPr/>
          </p:nvSpPr>
          <p:spPr>
            <a:xfrm>
              <a:off x="7608910" y="1901906"/>
              <a:ext cx="476787" cy="320572"/>
            </a:xfrm>
            <a:custGeom>
              <a:avLst/>
              <a:gdLst/>
              <a:ahLst/>
              <a:cxnLst/>
              <a:rect l="l" t="t" r="r" b="b"/>
              <a:pathLst>
                <a:path w="23129" h="15551" extrusionOk="0">
                  <a:moveTo>
                    <a:pt x="7053" y="1"/>
                  </a:moveTo>
                  <a:cubicBezTo>
                    <a:pt x="6939" y="342"/>
                    <a:pt x="6863" y="721"/>
                    <a:pt x="6863" y="1062"/>
                  </a:cubicBezTo>
                  <a:cubicBezTo>
                    <a:pt x="6825" y="1896"/>
                    <a:pt x="7318" y="2617"/>
                    <a:pt x="8076" y="2920"/>
                  </a:cubicBezTo>
                  <a:cubicBezTo>
                    <a:pt x="9138" y="3337"/>
                    <a:pt x="10238" y="3678"/>
                    <a:pt x="11413" y="3868"/>
                  </a:cubicBezTo>
                  <a:lnTo>
                    <a:pt x="12512" y="5043"/>
                  </a:lnTo>
                  <a:lnTo>
                    <a:pt x="10124" y="7963"/>
                  </a:lnTo>
                  <a:lnTo>
                    <a:pt x="4816" y="9176"/>
                  </a:lnTo>
                  <a:lnTo>
                    <a:pt x="721" y="8569"/>
                  </a:lnTo>
                  <a:lnTo>
                    <a:pt x="721" y="8569"/>
                  </a:lnTo>
                  <a:cubicBezTo>
                    <a:pt x="1" y="9479"/>
                    <a:pt x="190" y="10313"/>
                    <a:pt x="1593" y="11072"/>
                  </a:cubicBezTo>
                  <a:cubicBezTo>
                    <a:pt x="1290" y="11754"/>
                    <a:pt x="1934" y="12702"/>
                    <a:pt x="3034" y="12967"/>
                  </a:cubicBezTo>
                  <a:cubicBezTo>
                    <a:pt x="3110" y="13688"/>
                    <a:pt x="3792" y="14181"/>
                    <a:pt x="5005" y="14408"/>
                  </a:cubicBezTo>
                  <a:cubicBezTo>
                    <a:pt x="5005" y="14408"/>
                    <a:pt x="5462" y="15550"/>
                    <a:pt x="9055" y="15550"/>
                  </a:cubicBezTo>
                  <a:cubicBezTo>
                    <a:pt x="9853" y="15550"/>
                    <a:pt x="10806" y="15494"/>
                    <a:pt x="11944" y="15356"/>
                  </a:cubicBezTo>
                  <a:cubicBezTo>
                    <a:pt x="14143" y="15090"/>
                    <a:pt x="17479" y="13005"/>
                    <a:pt x="19413" y="12891"/>
                  </a:cubicBezTo>
                  <a:cubicBezTo>
                    <a:pt x="22635" y="12740"/>
                    <a:pt x="23128" y="6332"/>
                    <a:pt x="20474" y="5764"/>
                  </a:cubicBezTo>
                  <a:cubicBezTo>
                    <a:pt x="18617" y="5612"/>
                    <a:pt x="16948" y="4020"/>
                    <a:pt x="15356" y="2162"/>
                  </a:cubicBezTo>
                  <a:lnTo>
                    <a:pt x="11944" y="683"/>
                  </a:lnTo>
                  <a:lnTo>
                    <a:pt x="9783" y="380"/>
                  </a:lnTo>
                  <a:lnTo>
                    <a:pt x="7053" y="1"/>
                  </a:lnTo>
                  <a:close/>
                </a:path>
              </a:pathLst>
            </a:custGeom>
            <a:solidFill>
              <a:srgbClr val="F9C8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27"/>
            <p:cNvSpPr/>
            <p:nvPr/>
          </p:nvSpPr>
          <p:spPr>
            <a:xfrm>
              <a:off x="7750386" y="1901906"/>
              <a:ext cx="60194" cy="35003"/>
            </a:xfrm>
            <a:custGeom>
              <a:avLst/>
              <a:gdLst/>
              <a:ahLst/>
              <a:cxnLst/>
              <a:rect l="l" t="t" r="r" b="b"/>
              <a:pathLst>
                <a:path w="2920" h="1698" extrusionOk="0">
                  <a:moveTo>
                    <a:pt x="190" y="1"/>
                  </a:moveTo>
                  <a:cubicBezTo>
                    <a:pt x="76" y="380"/>
                    <a:pt x="0" y="721"/>
                    <a:pt x="0" y="1100"/>
                  </a:cubicBezTo>
                  <a:cubicBezTo>
                    <a:pt x="468" y="1568"/>
                    <a:pt x="1613" y="1698"/>
                    <a:pt x="2233" y="1698"/>
                  </a:cubicBezTo>
                  <a:cubicBezTo>
                    <a:pt x="2418" y="1698"/>
                    <a:pt x="2556" y="1686"/>
                    <a:pt x="2616" y="1669"/>
                  </a:cubicBezTo>
                  <a:cubicBezTo>
                    <a:pt x="2882" y="1555"/>
                    <a:pt x="2920" y="607"/>
                    <a:pt x="2920" y="418"/>
                  </a:cubicBezTo>
                  <a:lnTo>
                    <a:pt x="190" y="1"/>
                  </a:lnTo>
                  <a:close/>
                </a:path>
              </a:pathLst>
            </a:custGeom>
            <a:solidFill>
              <a:srgbClr val="E5AB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27"/>
            <p:cNvSpPr/>
            <p:nvPr/>
          </p:nvSpPr>
          <p:spPr>
            <a:xfrm>
              <a:off x="7641749" y="2126230"/>
              <a:ext cx="181343" cy="17398"/>
            </a:xfrm>
            <a:custGeom>
              <a:avLst/>
              <a:gdLst/>
              <a:ahLst/>
              <a:cxnLst/>
              <a:rect l="l" t="t" r="r" b="b"/>
              <a:pathLst>
                <a:path w="8797" h="844" extrusionOk="0">
                  <a:moveTo>
                    <a:pt x="8796" y="0"/>
                  </a:moveTo>
                  <a:cubicBezTo>
                    <a:pt x="7487" y="71"/>
                    <a:pt x="5218" y="538"/>
                    <a:pt x="4121" y="538"/>
                  </a:cubicBezTo>
                  <a:cubicBezTo>
                    <a:pt x="4043" y="538"/>
                    <a:pt x="3971" y="536"/>
                    <a:pt x="3905" y="531"/>
                  </a:cubicBezTo>
                  <a:cubicBezTo>
                    <a:pt x="2048" y="455"/>
                    <a:pt x="1" y="190"/>
                    <a:pt x="0" y="190"/>
                  </a:cubicBezTo>
                  <a:lnTo>
                    <a:pt x="0" y="190"/>
                  </a:lnTo>
                  <a:cubicBezTo>
                    <a:pt x="1251" y="569"/>
                    <a:pt x="2616" y="796"/>
                    <a:pt x="3943" y="834"/>
                  </a:cubicBezTo>
                  <a:cubicBezTo>
                    <a:pt x="4055" y="841"/>
                    <a:pt x="4169" y="844"/>
                    <a:pt x="4286" y="844"/>
                  </a:cubicBezTo>
                  <a:cubicBezTo>
                    <a:pt x="6232" y="844"/>
                    <a:pt x="8796" y="0"/>
                    <a:pt x="8796" y="0"/>
                  </a:cubicBezTo>
                  <a:close/>
                </a:path>
              </a:pathLst>
            </a:custGeom>
            <a:solidFill>
              <a:srgbClr val="E5AB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27"/>
            <p:cNvSpPr/>
            <p:nvPr/>
          </p:nvSpPr>
          <p:spPr>
            <a:xfrm>
              <a:off x="7670670" y="2169210"/>
              <a:ext cx="165697" cy="13296"/>
            </a:xfrm>
            <a:custGeom>
              <a:avLst/>
              <a:gdLst/>
              <a:ahLst/>
              <a:cxnLst/>
              <a:rect l="l" t="t" r="r" b="b"/>
              <a:pathLst>
                <a:path w="8038" h="645" extrusionOk="0">
                  <a:moveTo>
                    <a:pt x="8038" y="0"/>
                  </a:moveTo>
                  <a:lnTo>
                    <a:pt x="8038" y="0"/>
                  </a:lnTo>
                  <a:cubicBezTo>
                    <a:pt x="6888" y="36"/>
                    <a:pt x="5228" y="344"/>
                    <a:pt x="4251" y="344"/>
                  </a:cubicBezTo>
                  <a:cubicBezTo>
                    <a:pt x="4197" y="344"/>
                    <a:pt x="4144" y="344"/>
                    <a:pt x="4095" y="342"/>
                  </a:cubicBezTo>
                  <a:cubicBezTo>
                    <a:pt x="2010" y="266"/>
                    <a:pt x="0" y="0"/>
                    <a:pt x="0" y="0"/>
                  </a:cubicBezTo>
                  <a:lnTo>
                    <a:pt x="0" y="0"/>
                  </a:lnTo>
                  <a:cubicBezTo>
                    <a:pt x="1327" y="417"/>
                    <a:pt x="2730" y="607"/>
                    <a:pt x="4133" y="645"/>
                  </a:cubicBezTo>
                  <a:cubicBezTo>
                    <a:pt x="5460" y="607"/>
                    <a:pt x="6787" y="379"/>
                    <a:pt x="8038" y="0"/>
                  </a:cubicBezTo>
                  <a:close/>
                </a:path>
              </a:pathLst>
            </a:custGeom>
            <a:solidFill>
              <a:srgbClr val="E5AB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27"/>
            <p:cNvSpPr/>
            <p:nvPr/>
          </p:nvSpPr>
          <p:spPr>
            <a:xfrm>
              <a:off x="7711301" y="2199678"/>
              <a:ext cx="136013" cy="12080"/>
            </a:xfrm>
            <a:custGeom>
              <a:avLst/>
              <a:gdLst/>
              <a:ahLst/>
              <a:cxnLst/>
              <a:rect l="l" t="t" r="r" b="b"/>
              <a:pathLst>
                <a:path w="6598" h="586" extrusionOk="0">
                  <a:moveTo>
                    <a:pt x="1" y="1"/>
                  </a:moveTo>
                  <a:lnTo>
                    <a:pt x="1" y="1"/>
                  </a:lnTo>
                  <a:cubicBezTo>
                    <a:pt x="1183" y="450"/>
                    <a:pt x="2460" y="586"/>
                    <a:pt x="3572" y="586"/>
                  </a:cubicBezTo>
                  <a:cubicBezTo>
                    <a:pt x="5278" y="586"/>
                    <a:pt x="6597" y="266"/>
                    <a:pt x="6598" y="266"/>
                  </a:cubicBezTo>
                  <a:lnTo>
                    <a:pt x="6598" y="266"/>
                  </a:lnTo>
                  <a:cubicBezTo>
                    <a:pt x="5941" y="312"/>
                    <a:pt x="5285" y="333"/>
                    <a:pt x="4629" y="333"/>
                  </a:cubicBezTo>
                  <a:cubicBezTo>
                    <a:pt x="3086" y="333"/>
                    <a:pt x="1543" y="214"/>
                    <a:pt x="1" y="1"/>
                  </a:cubicBezTo>
                  <a:close/>
                </a:path>
              </a:pathLst>
            </a:custGeom>
            <a:solidFill>
              <a:srgbClr val="E5AB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27"/>
            <p:cNvSpPr/>
            <p:nvPr/>
          </p:nvSpPr>
          <p:spPr>
            <a:xfrm>
              <a:off x="7249398" y="1655710"/>
              <a:ext cx="109441" cy="165718"/>
            </a:xfrm>
            <a:custGeom>
              <a:avLst/>
              <a:gdLst/>
              <a:ahLst/>
              <a:cxnLst/>
              <a:rect l="l" t="t" r="r" b="b"/>
              <a:pathLst>
                <a:path w="5309" h="8039" extrusionOk="0">
                  <a:moveTo>
                    <a:pt x="3792" y="1"/>
                  </a:moveTo>
                  <a:cubicBezTo>
                    <a:pt x="3223" y="1"/>
                    <a:pt x="2654" y="115"/>
                    <a:pt x="2162" y="304"/>
                  </a:cubicBezTo>
                  <a:cubicBezTo>
                    <a:pt x="1707" y="494"/>
                    <a:pt x="1290" y="797"/>
                    <a:pt x="948" y="1138"/>
                  </a:cubicBezTo>
                  <a:cubicBezTo>
                    <a:pt x="645" y="1517"/>
                    <a:pt x="380" y="1972"/>
                    <a:pt x="266" y="2427"/>
                  </a:cubicBezTo>
                  <a:cubicBezTo>
                    <a:pt x="76" y="2958"/>
                    <a:pt x="0" y="3489"/>
                    <a:pt x="0" y="4058"/>
                  </a:cubicBezTo>
                  <a:cubicBezTo>
                    <a:pt x="0" y="4588"/>
                    <a:pt x="76" y="5157"/>
                    <a:pt x="266" y="5688"/>
                  </a:cubicBezTo>
                  <a:cubicBezTo>
                    <a:pt x="418" y="6181"/>
                    <a:pt x="645" y="6598"/>
                    <a:pt x="986" y="6977"/>
                  </a:cubicBezTo>
                  <a:cubicBezTo>
                    <a:pt x="1327" y="7318"/>
                    <a:pt x="1707" y="7584"/>
                    <a:pt x="2162" y="7773"/>
                  </a:cubicBezTo>
                  <a:cubicBezTo>
                    <a:pt x="2654" y="7963"/>
                    <a:pt x="3185" y="8039"/>
                    <a:pt x="3754" y="8039"/>
                  </a:cubicBezTo>
                  <a:cubicBezTo>
                    <a:pt x="3906" y="8039"/>
                    <a:pt x="4133" y="8039"/>
                    <a:pt x="4398" y="8001"/>
                  </a:cubicBezTo>
                  <a:cubicBezTo>
                    <a:pt x="4664" y="8001"/>
                    <a:pt x="4967" y="7963"/>
                    <a:pt x="5308" y="7925"/>
                  </a:cubicBezTo>
                  <a:lnTo>
                    <a:pt x="5308" y="3565"/>
                  </a:lnTo>
                  <a:lnTo>
                    <a:pt x="4095" y="3603"/>
                  </a:lnTo>
                  <a:lnTo>
                    <a:pt x="4095" y="5385"/>
                  </a:lnTo>
                  <a:lnTo>
                    <a:pt x="3906" y="5385"/>
                  </a:lnTo>
                  <a:cubicBezTo>
                    <a:pt x="3640" y="5385"/>
                    <a:pt x="3375" y="5347"/>
                    <a:pt x="3109" y="5233"/>
                  </a:cubicBezTo>
                  <a:cubicBezTo>
                    <a:pt x="2920" y="5119"/>
                    <a:pt x="2730" y="4968"/>
                    <a:pt x="2579" y="4778"/>
                  </a:cubicBezTo>
                  <a:cubicBezTo>
                    <a:pt x="2427" y="4588"/>
                    <a:pt x="2313" y="4399"/>
                    <a:pt x="2237" y="4171"/>
                  </a:cubicBezTo>
                  <a:cubicBezTo>
                    <a:pt x="2162" y="3944"/>
                    <a:pt x="2124" y="3716"/>
                    <a:pt x="2124" y="3451"/>
                  </a:cubicBezTo>
                  <a:cubicBezTo>
                    <a:pt x="2124" y="3261"/>
                    <a:pt x="2162" y="3034"/>
                    <a:pt x="2237" y="2807"/>
                  </a:cubicBezTo>
                  <a:cubicBezTo>
                    <a:pt x="2275" y="2579"/>
                    <a:pt x="2389" y="2389"/>
                    <a:pt x="2541" y="2200"/>
                  </a:cubicBezTo>
                  <a:cubicBezTo>
                    <a:pt x="2692" y="2010"/>
                    <a:pt x="2882" y="1859"/>
                    <a:pt x="3109" y="1745"/>
                  </a:cubicBezTo>
                  <a:cubicBezTo>
                    <a:pt x="3375" y="1593"/>
                    <a:pt x="3678" y="1555"/>
                    <a:pt x="3981" y="1555"/>
                  </a:cubicBezTo>
                  <a:cubicBezTo>
                    <a:pt x="4361" y="1555"/>
                    <a:pt x="4702" y="1631"/>
                    <a:pt x="5043" y="1821"/>
                  </a:cubicBezTo>
                  <a:lnTo>
                    <a:pt x="5043" y="1366"/>
                  </a:lnTo>
                  <a:lnTo>
                    <a:pt x="5043" y="911"/>
                  </a:lnTo>
                  <a:lnTo>
                    <a:pt x="5043" y="532"/>
                  </a:lnTo>
                  <a:lnTo>
                    <a:pt x="5043" y="190"/>
                  </a:lnTo>
                  <a:cubicBezTo>
                    <a:pt x="4853" y="153"/>
                    <a:pt x="4664" y="115"/>
                    <a:pt x="4474" y="77"/>
                  </a:cubicBezTo>
                  <a:cubicBezTo>
                    <a:pt x="4247" y="39"/>
                    <a:pt x="4019" y="1"/>
                    <a:pt x="379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27"/>
            <p:cNvSpPr/>
            <p:nvPr/>
          </p:nvSpPr>
          <p:spPr>
            <a:xfrm>
              <a:off x="7369764" y="1658060"/>
              <a:ext cx="107874" cy="161018"/>
            </a:xfrm>
            <a:custGeom>
              <a:avLst/>
              <a:gdLst/>
              <a:ahLst/>
              <a:cxnLst/>
              <a:rect l="l" t="t" r="r" b="b"/>
              <a:pathLst>
                <a:path w="5233" h="7811" extrusionOk="0">
                  <a:moveTo>
                    <a:pt x="2578" y="1403"/>
                  </a:moveTo>
                  <a:lnTo>
                    <a:pt x="3071" y="4550"/>
                  </a:lnTo>
                  <a:lnTo>
                    <a:pt x="2123" y="4550"/>
                  </a:lnTo>
                  <a:lnTo>
                    <a:pt x="2578" y="1403"/>
                  </a:lnTo>
                  <a:close/>
                  <a:moveTo>
                    <a:pt x="1441" y="1"/>
                  </a:moveTo>
                  <a:lnTo>
                    <a:pt x="0" y="7811"/>
                  </a:lnTo>
                  <a:lnTo>
                    <a:pt x="1668" y="7811"/>
                  </a:lnTo>
                  <a:lnTo>
                    <a:pt x="1896" y="6256"/>
                  </a:lnTo>
                  <a:lnTo>
                    <a:pt x="3375" y="6256"/>
                  </a:lnTo>
                  <a:lnTo>
                    <a:pt x="3602" y="7811"/>
                  </a:lnTo>
                  <a:lnTo>
                    <a:pt x="5232" y="7811"/>
                  </a:lnTo>
                  <a:lnTo>
                    <a:pt x="379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27"/>
            <p:cNvSpPr/>
            <p:nvPr/>
          </p:nvSpPr>
          <p:spPr>
            <a:xfrm>
              <a:off x="7489348" y="1658843"/>
              <a:ext cx="125850" cy="161018"/>
            </a:xfrm>
            <a:custGeom>
              <a:avLst/>
              <a:gdLst/>
              <a:ahLst/>
              <a:cxnLst/>
              <a:rect l="l" t="t" r="r" b="b"/>
              <a:pathLst>
                <a:path w="6105" h="7811" extrusionOk="0">
                  <a:moveTo>
                    <a:pt x="0" y="1"/>
                  </a:moveTo>
                  <a:cubicBezTo>
                    <a:pt x="38" y="645"/>
                    <a:pt x="38" y="1290"/>
                    <a:pt x="38" y="1934"/>
                  </a:cubicBezTo>
                  <a:lnTo>
                    <a:pt x="38" y="3906"/>
                  </a:lnTo>
                  <a:lnTo>
                    <a:pt x="38" y="5839"/>
                  </a:lnTo>
                  <a:cubicBezTo>
                    <a:pt x="0" y="6484"/>
                    <a:pt x="0" y="7128"/>
                    <a:pt x="0" y="7811"/>
                  </a:cubicBezTo>
                  <a:lnTo>
                    <a:pt x="1517" y="7811"/>
                  </a:lnTo>
                  <a:cubicBezTo>
                    <a:pt x="1479" y="7053"/>
                    <a:pt x="1479" y="6294"/>
                    <a:pt x="1441" y="5498"/>
                  </a:cubicBezTo>
                  <a:cubicBezTo>
                    <a:pt x="1441" y="4702"/>
                    <a:pt x="1403" y="3906"/>
                    <a:pt x="1403" y="3109"/>
                  </a:cubicBezTo>
                  <a:lnTo>
                    <a:pt x="1403" y="3109"/>
                  </a:lnTo>
                  <a:lnTo>
                    <a:pt x="2578" y="7432"/>
                  </a:lnTo>
                  <a:lnTo>
                    <a:pt x="3450" y="7432"/>
                  </a:lnTo>
                  <a:lnTo>
                    <a:pt x="4701" y="2996"/>
                  </a:lnTo>
                  <a:lnTo>
                    <a:pt x="4588" y="7811"/>
                  </a:lnTo>
                  <a:lnTo>
                    <a:pt x="6104" y="7811"/>
                  </a:lnTo>
                  <a:cubicBezTo>
                    <a:pt x="6104" y="6484"/>
                    <a:pt x="6104" y="5195"/>
                    <a:pt x="6104" y="3906"/>
                  </a:cubicBezTo>
                  <a:cubicBezTo>
                    <a:pt x="6104" y="2579"/>
                    <a:pt x="6104" y="1290"/>
                    <a:pt x="6104" y="1"/>
                  </a:cubicBezTo>
                  <a:lnTo>
                    <a:pt x="4208" y="1"/>
                  </a:lnTo>
                  <a:lnTo>
                    <a:pt x="3071" y="4474"/>
                  </a:lnTo>
                  <a:lnTo>
                    <a:pt x="20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27"/>
            <p:cNvSpPr/>
            <p:nvPr/>
          </p:nvSpPr>
          <p:spPr>
            <a:xfrm>
              <a:off x="7633936" y="1658060"/>
              <a:ext cx="73469" cy="161801"/>
            </a:xfrm>
            <a:custGeom>
              <a:avLst/>
              <a:gdLst/>
              <a:ahLst/>
              <a:cxnLst/>
              <a:rect l="l" t="t" r="r" b="b"/>
              <a:pathLst>
                <a:path w="3564" h="7849" extrusionOk="0">
                  <a:moveTo>
                    <a:pt x="0" y="1"/>
                  </a:moveTo>
                  <a:lnTo>
                    <a:pt x="0" y="683"/>
                  </a:lnTo>
                  <a:lnTo>
                    <a:pt x="0" y="1745"/>
                  </a:lnTo>
                  <a:lnTo>
                    <a:pt x="0" y="3110"/>
                  </a:lnTo>
                  <a:lnTo>
                    <a:pt x="0" y="4550"/>
                  </a:lnTo>
                  <a:lnTo>
                    <a:pt x="0" y="6560"/>
                  </a:lnTo>
                  <a:lnTo>
                    <a:pt x="0" y="7318"/>
                  </a:lnTo>
                  <a:lnTo>
                    <a:pt x="0" y="7849"/>
                  </a:lnTo>
                  <a:lnTo>
                    <a:pt x="3564" y="7849"/>
                  </a:lnTo>
                  <a:lnTo>
                    <a:pt x="3564" y="6977"/>
                  </a:lnTo>
                  <a:lnTo>
                    <a:pt x="3564" y="6294"/>
                  </a:lnTo>
                  <a:lnTo>
                    <a:pt x="3564" y="5764"/>
                  </a:lnTo>
                  <a:lnTo>
                    <a:pt x="3564" y="5309"/>
                  </a:lnTo>
                  <a:lnTo>
                    <a:pt x="1592" y="5309"/>
                  </a:lnTo>
                  <a:lnTo>
                    <a:pt x="1592" y="4247"/>
                  </a:lnTo>
                  <a:lnTo>
                    <a:pt x="3261" y="4247"/>
                  </a:lnTo>
                  <a:lnTo>
                    <a:pt x="3261" y="2844"/>
                  </a:lnTo>
                  <a:lnTo>
                    <a:pt x="1592" y="2844"/>
                  </a:lnTo>
                  <a:lnTo>
                    <a:pt x="1592" y="1745"/>
                  </a:lnTo>
                  <a:lnTo>
                    <a:pt x="3488" y="1745"/>
                  </a:lnTo>
                  <a:lnTo>
                    <a:pt x="3488" y="1403"/>
                  </a:lnTo>
                  <a:lnTo>
                    <a:pt x="3488" y="1100"/>
                  </a:lnTo>
                  <a:lnTo>
                    <a:pt x="3488" y="759"/>
                  </a:lnTo>
                  <a:lnTo>
                    <a:pt x="3488" y="494"/>
                  </a:lnTo>
                  <a:lnTo>
                    <a:pt x="3488" y="228"/>
                  </a:lnTo>
                  <a:lnTo>
                    <a:pt x="34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27"/>
            <p:cNvSpPr/>
            <p:nvPr/>
          </p:nvSpPr>
          <p:spPr>
            <a:xfrm>
              <a:off x="7724597" y="1655710"/>
              <a:ext cx="110204" cy="163368"/>
            </a:xfrm>
            <a:custGeom>
              <a:avLst/>
              <a:gdLst/>
              <a:ahLst/>
              <a:cxnLst/>
              <a:rect l="l" t="t" r="r" b="b"/>
              <a:pathLst>
                <a:path w="5346" h="7925" extrusionOk="0">
                  <a:moveTo>
                    <a:pt x="2313" y="1745"/>
                  </a:moveTo>
                  <a:cubicBezTo>
                    <a:pt x="2427" y="1745"/>
                    <a:pt x="2578" y="1745"/>
                    <a:pt x="2692" y="1783"/>
                  </a:cubicBezTo>
                  <a:cubicBezTo>
                    <a:pt x="2844" y="1783"/>
                    <a:pt x="2919" y="1821"/>
                    <a:pt x="3033" y="1897"/>
                  </a:cubicBezTo>
                  <a:cubicBezTo>
                    <a:pt x="3147" y="1972"/>
                    <a:pt x="3223" y="2086"/>
                    <a:pt x="3261" y="2200"/>
                  </a:cubicBezTo>
                  <a:cubicBezTo>
                    <a:pt x="3299" y="2352"/>
                    <a:pt x="3337" y="2503"/>
                    <a:pt x="3337" y="2693"/>
                  </a:cubicBezTo>
                  <a:cubicBezTo>
                    <a:pt x="3337" y="2958"/>
                    <a:pt x="3261" y="3224"/>
                    <a:pt x="3071" y="3413"/>
                  </a:cubicBezTo>
                  <a:cubicBezTo>
                    <a:pt x="2818" y="3571"/>
                    <a:pt x="2566" y="3650"/>
                    <a:pt x="2291" y="3650"/>
                  </a:cubicBezTo>
                  <a:cubicBezTo>
                    <a:pt x="2236" y="3650"/>
                    <a:pt x="2180" y="3647"/>
                    <a:pt x="2123" y="3641"/>
                  </a:cubicBezTo>
                  <a:lnTo>
                    <a:pt x="1592" y="3641"/>
                  </a:lnTo>
                  <a:lnTo>
                    <a:pt x="1592" y="1783"/>
                  </a:lnTo>
                  <a:lnTo>
                    <a:pt x="1972" y="1745"/>
                  </a:lnTo>
                  <a:close/>
                  <a:moveTo>
                    <a:pt x="1896" y="1"/>
                  </a:moveTo>
                  <a:cubicBezTo>
                    <a:pt x="1592" y="1"/>
                    <a:pt x="1289" y="39"/>
                    <a:pt x="948" y="39"/>
                  </a:cubicBezTo>
                  <a:cubicBezTo>
                    <a:pt x="607" y="77"/>
                    <a:pt x="303" y="77"/>
                    <a:pt x="0" y="115"/>
                  </a:cubicBezTo>
                  <a:cubicBezTo>
                    <a:pt x="38" y="835"/>
                    <a:pt x="38" y="1517"/>
                    <a:pt x="38" y="2200"/>
                  </a:cubicBezTo>
                  <a:lnTo>
                    <a:pt x="38" y="4399"/>
                  </a:lnTo>
                  <a:cubicBezTo>
                    <a:pt x="38" y="4968"/>
                    <a:pt x="38" y="5536"/>
                    <a:pt x="38" y="6105"/>
                  </a:cubicBezTo>
                  <a:cubicBezTo>
                    <a:pt x="38" y="6712"/>
                    <a:pt x="0" y="7318"/>
                    <a:pt x="0" y="7925"/>
                  </a:cubicBezTo>
                  <a:lnTo>
                    <a:pt x="1630" y="7887"/>
                  </a:lnTo>
                  <a:cubicBezTo>
                    <a:pt x="1592" y="7432"/>
                    <a:pt x="1592" y="6939"/>
                    <a:pt x="1592" y="6484"/>
                  </a:cubicBezTo>
                  <a:lnTo>
                    <a:pt x="1592" y="5043"/>
                  </a:lnTo>
                  <a:cubicBezTo>
                    <a:pt x="1858" y="5043"/>
                    <a:pt x="2123" y="5006"/>
                    <a:pt x="2389" y="5006"/>
                  </a:cubicBezTo>
                  <a:lnTo>
                    <a:pt x="3678" y="7925"/>
                  </a:lnTo>
                  <a:lnTo>
                    <a:pt x="5346" y="7925"/>
                  </a:lnTo>
                  <a:lnTo>
                    <a:pt x="3791" y="4740"/>
                  </a:lnTo>
                  <a:cubicBezTo>
                    <a:pt x="4209" y="4551"/>
                    <a:pt x="4588" y="4285"/>
                    <a:pt x="4853" y="3944"/>
                  </a:cubicBezTo>
                  <a:cubicBezTo>
                    <a:pt x="5118" y="3489"/>
                    <a:pt x="5270" y="2996"/>
                    <a:pt x="5232" y="2465"/>
                  </a:cubicBezTo>
                  <a:cubicBezTo>
                    <a:pt x="5232" y="2048"/>
                    <a:pt x="5156" y="1593"/>
                    <a:pt x="4967" y="1214"/>
                  </a:cubicBezTo>
                  <a:cubicBezTo>
                    <a:pt x="4815" y="911"/>
                    <a:pt x="4550" y="645"/>
                    <a:pt x="4246" y="494"/>
                  </a:cubicBezTo>
                  <a:cubicBezTo>
                    <a:pt x="3943" y="304"/>
                    <a:pt x="3564" y="153"/>
                    <a:pt x="3185" y="115"/>
                  </a:cubicBezTo>
                  <a:cubicBezTo>
                    <a:pt x="2768" y="39"/>
                    <a:pt x="2313" y="1"/>
                    <a:pt x="18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27"/>
            <p:cNvSpPr/>
            <p:nvPr/>
          </p:nvSpPr>
          <p:spPr>
            <a:xfrm>
              <a:off x="7379927" y="1323182"/>
              <a:ext cx="104741" cy="302555"/>
            </a:xfrm>
            <a:custGeom>
              <a:avLst/>
              <a:gdLst/>
              <a:ahLst/>
              <a:cxnLst/>
              <a:rect l="l" t="t" r="r" b="b"/>
              <a:pathLst>
                <a:path w="5081" h="14677" extrusionOk="0">
                  <a:moveTo>
                    <a:pt x="4438" y="0"/>
                  </a:moveTo>
                  <a:cubicBezTo>
                    <a:pt x="4272" y="0"/>
                    <a:pt x="4041" y="161"/>
                    <a:pt x="4095" y="322"/>
                  </a:cubicBezTo>
                  <a:cubicBezTo>
                    <a:pt x="4512" y="1383"/>
                    <a:pt x="4360" y="2597"/>
                    <a:pt x="3754" y="3582"/>
                  </a:cubicBezTo>
                  <a:lnTo>
                    <a:pt x="3412" y="4113"/>
                  </a:lnTo>
                  <a:cubicBezTo>
                    <a:pt x="1706" y="6616"/>
                    <a:pt x="0" y="9194"/>
                    <a:pt x="1592" y="12871"/>
                  </a:cubicBezTo>
                  <a:cubicBezTo>
                    <a:pt x="1441" y="13250"/>
                    <a:pt x="1441" y="13630"/>
                    <a:pt x="1668" y="13971"/>
                  </a:cubicBezTo>
                  <a:cubicBezTo>
                    <a:pt x="1876" y="14417"/>
                    <a:pt x="2224" y="14676"/>
                    <a:pt x="2547" y="14676"/>
                  </a:cubicBezTo>
                  <a:cubicBezTo>
                    <a:pt x="2637" y="14676"/>
                    <a:pt x="2724" y="14656"/>
                    <a:pt x="2806" y="14615"/>
                  </a:cubicBezTo>
                  <a:cubicBezTo>
                    <a:pt x="3185" y="14426"/>
                    <a:pt x="3299" y="13857"/>
                    <a:pt x="2995" y="13326"/>
                  </a:cubicBezTo>
                  <a:cubicBezTo>
                    <a:pt x="2844" y="12947"/>
                    <a:pt x="2502" y="12682"/>
                    <a:pt x="2085" y="12606"/>
                  </a:cubicBezTo>
                  <a:cubicBezTo>
                    <a:pt x="645" y="9232"/>
                    <a:pt x="2199" y="6881"/>
                    <a:pt x="3829" y="4417"/>
                  </a:cubicBezTo>
                  <a:lnTo>
                    <a:pt x="4209" y="3886"/>
                  </a:lnTo>
                  <a:cubicBezTo>
                    <a:pt x="4929" y="2748"/>
                    <a:pt x="5081" y="1345"/>
                    <a:pt x="4588" y="94"/>
                  </a:cubicBezTo>
                  <a:cubicBezTo>
                    <a:pt x="4565" y="28"/>
                    <a:pt x="4507" y="0"/>
                    <a:pt x="44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27"/>
            <p:cNvSpPr/>
            <p:nvPr/>
          </p:nvSpPr>
          <p:spPr>
            <a:xfrm>
              <a:off x="7619856" y="1323182"/>
              <a:ext cx="107091" cy="307461"/>
            </a:xfrm>
            <a:custGeom>
              <a:avLst/>
              <a:gdLst/>
              <a:ahLst/>
              <a:cxnLst/>
              <a:rect l="l" t="t" r="r" b="b"/>
              <a:pathLst>
                <a:path w="5195" h="14915" extrusionOk="0">
                  <a:moveTo>
                    <a:pt x="666" y="0"/>
                  </a:moveTo>
                  <a:cubicBezTo>
                    <a:pt x="593" y="0"/>
                    <a:pt x="527" y="28"/>
                    <a:pt x="494" y="94"/>
                  </a:cubicBezTo>
                  <a:cubicBezTo>
                    <a:pt x="1" y="1345"/>
                    <a:pt x="152" y="2748"/>
                    <a:pt x="873" y="3886"/>
                  </a:cubicBezTo>
                  <a:lnTo>
                    <a:pt x="1252" y="4454"/>
                  </a:lnTo>
                  <a:cubicBezTo>
                    <a:pt x="2920" y="6957"/>
                    <a:pt x="4512" y="9345"/>
                    <a:pt x="2920" y="12795"/>
                  </a:cubicBezTo>
                  <a:cubicBezTo>
                    <a:pt x="2903" y="12794"/>
                    <a:pt x="2885" y="12793"/>
                    <a:pt x="2867" y="12793"/>
                  </a:cubicBezTo>
                  <a:cubicBezTo>
                    <a:pt x="2533" y="12793"/>
                    <a:pt x="2116" y="13126"/>
                    <a:pt x="1972" y="13630"/>
                  </a:cubicBezTo>
                  <a:cubicBezTo>
                    <a:pt x="1783" y="14160"/>
                    <a:pt x="1934" y="14767"/>
                    <a:pt x="2313" y="14881"/>
                  </a:cubicBezTo>
                  <a:cubicBezTo>
                    <a:pt x="2370" y="14904"/>
                    <a:pt x="2430" y="14914"/>
                    <a:pt x="2490" y="14914"/>
                  </a:cubicBezTo>
                  <a:cubicBezTo>
                    <a:pt x="2834" y="14914"/>
                    <a:pt x="3214" y="14568"/>
                    <a:pt x="3375" y="14085"/>
                  </a:cubicBezTo>
                  <a:cubicBezTo>
                    <a:pt x="3489" y="13781"/>
                    <a:pt x="3489" y="13478"/>
                    <a:pt x="3375" y="13175"/>
                  </a:cubicBezTo>
                  <a:cubicBezTo>
                    <a:pt x="5195" y="9345"/>
                    <a:pt x="3413" y="6691"/>
                    <a:pt x="1707" y="4113"/>
                  </a:cubicBezTo>
                  <a:lnTo>
                    <a:pt x="1328" y="3582"/>
                  </a:lnTo>
                  <a:cubicBezTo>
                    <a:pt x="721" y="2597"/>
                    <a:pt x="607" y="1383"/>
                    <a:pt x="986" y="322"/>
                  </a:cubicBezTo>
                  <a:cubicBezTo>
                    <a:pt x="1067" y="161"/>
                    <a:pt x="844" y="0"/>
                    <a:pt x="6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27"/>
            <p:cNvSpPr/>
            <p:nvPr/>
          </p:nvSpPr>
          <p:spPr>
            <a:xfrm>
              <a:off x="7458859" y="2776485"/>
              <a:ext cx="131313" cy="126633"/>
            </a:xfrm>
            <a:custGeom>
              <a:avLst/>
              <a:gdLst/>
              <a:ahLst/>
              <a:cxnLst/>
              <a:rect l="l" t="t" r="r" b="b"/>
              <a:pathLst>
                <a:path w="6370" h="6143" extrusionOk="0">
                  <a:moveTo>
                    <a:pt x="0" y="0"/>
                  </a:moveTo>
                  <a:lnTo>
                    <a:pt x="6370" y="6142"/>
                  </a:lnTo>
                  <a:cubicBezTo>
                    <a:pt x="5763" y="2920"/>
                    <a:pt x="3223" y="455"/>
                    <a:pt x="0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27"/>
            <p:cNvSpPr/>
            <p:nvPr/>
          </p:nvSpPr>
          <p:spPr>
            <a:xfrm>
              <a:off x="7281762" y="2854634"/>
              <a:ext cx="277158" cy="1447964"/>
            </a:xfrm>
            <a:custGeom>
              <a:avLst/>
              <a:gdLst/>
              <a:ahLst/>
              <a:cxnLst/>
              <a:rect l="l" t="t" r="r" b="b"/>
              <a:pathLst>
                <a:path w="13445" h="70241" extrusionOk="0">
                  <a:moveTo>
                    <a:pt x="12989" y="1"/>
                  </a:moveTo>
                  <a:cubicBezTo>
                    <a:pt x="12951" y="152"/>
                    <a:pt x="10525" y="13119"/>
                    <a:pt x="6582" y="23394"/>
                  </a:cubicBezTo>
                  <a:lnTo>
                    <a:pt x="6582" y="23432"/>
                  </a:lnTo>
                  <a:lnTo>
                    <a:pt x="6582" y="23507"/>
                  </a:lnTo>
                  <a:cubicBezTo>
                    <a:pt x="6658" y="27337"/>
                    <a:pt x="6279" y="31166"/>
                    <a:pt x="5407" y="34919"/>
                  </a:cubicBezTo>
                  <a:cubicBezTo>
                    <a:pt x="4042" y="40948"/>
                    <a:pt x="61" y="69762"/>
                    <a:pt x="23" y="70028"/>
                  </a:cubicBezTo>
                  <a:cubicBezTo>
                    <a:pt x="1" y="70160"/>
                    <a:pt x="145" y="70241"/>
                    <a:pt x="278" y="70241"/>
                  </a:cubicBezTo>
                  <a:cubicBezTo>
                    <a:pt x="373" y="70241"/>
                    <a:pt x="462" y="70199"/>
                    <a:pt x="478" y="70104"/>
                  </a:cubicBezTo>
                  <a:cubicBezTo>
                    <a:pt x="516" y="69838"/>
                    <a:pt x="4497" y="41062"/>
                    <a:pt x="5900" y="35033"/>
                  </a:cubicBezTo>
                  <a:cubicBezTo>
                    <a:pt x="6734" y="31242"/>
                    <a:pt x="7113" y="27375"/>
                    <a:pt x="7075" y="23507"/>
                  </a:cubicBezTo>
                  <a:cubicBezTo>
                    <a:pt x="11018" y="13233"/>
                    <a:pt x="13406" y="228"/>
                    <a:pt x="13444" y="115"/>
                  </a:cubicBezTo>
                  <a:lnTo>
                    <a:pt x="12989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9" name="Google Shape;779;p27"/>
          <p:cNvGrpSpPr/>
          <p:nvPr/>
        </p:nvGrpSpPr>
        <p:grpSpPr>
          <a:xfrm>
            <a:off x="348971" y="812875"/>
            <a:ext cx="6593154" cy="833460"/>
            <a:chOff x="127607" y="618350"/>
            <a:chExt cx="7119318" cy="1362757"/>
          </a:xfrm>
        </p:grpSpPr>
        <p:sp>
          <p:nvSpPr>
            <p:cNvPr id="780" name="Google Shape;780;p27"/>
            <p:cNvSpPr/>
            <p:nvPr/>
          </p:nvSpPr>
          <p:spPr>
            <a:xfrm>
              <a:off x="824625" y="618350"/>
              <a:ext cx="6422300" cy="974275"/>
            </a:xfrm>
            <a:custGeom>
              <a:avLst/>
              <a:gdLst/>
              <a:ahLst/>
              <a:cxnLst/>
              <a:rect l="l" t="t" r="r" b="b"/>
              <a:pathLst>
                <a:path w="256892" h="38971" extrusionOk="0">
                  <a:moveTo>
                    <a:pt x="0" y="38971"/>
                  </a:moveTo>
                  <a:lnTo>
                    <a:pt x="220891" y="38971"/>
                  </a:lnTo>
                  <a:lnTo>
                    <a:pt x="256892" y="0"/>
                  </a:lnTo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781" name="Google Shape;781;p27"/>
            <p:cNvGrpSpPr/>
            <p:nvPr/>
          </p:nvGrpSpPr>
          <p:grpSpPr>
            <a:xfrm>
              <a:off x="127607" y="1143686"/>
              <a:ext cx="5700763" cy="837421"/>
              <a:chOff x="127607" y="1143686"/>
              <a:chExt cx="5700763" cy="837421"/>
            </a:xfrm>
          </p:grpSpPr>
          <p:sp>
            <p:nvSpPr>
              <p:cNvPr id="782" name="Google Shape;782;p27"/>
              <p:cNvSpPr/>
              <p:nvPr/>
            </p:nvSpPr>
            <p:spPr>
              <a:xfrm>
                <a:off x="1204295" y="1275648"/>
                <a:ext cx="4624075" cy="586800"/>
              </a:xfrm>
              <a:prstGeom prst="roundRect">
                <a:avLst>
                  <a:gd name="adj" fmla="val 16667"/>
                </a:avLst>
              </a:prstGeom>
              <a:solidFill>
                <a:srgbClr val="EFEF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84" name="Google Shape;784;p27"/>
              <p:cNvSpPr/>
              <p:nvPr/>
            </p:nvSpPr>
            <p:spPr>
              <a:xfrm>
                <a:off x="127607" y="1143686"/>
                <a:ext cx="737556" cy="837421"/>
              </a:xfrm>
              <a:prstGeom prst="roundRect">
                <a:avLst>
                  <a:gd name="adj" fmla="val 16667"/>
                </a:avLst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FFFFFF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</p:grpSp>
      </p:grpSp>
      <p:grpSp>
        <p:nvGrpSpPr>
          <p:cNvPr id="785" name="Google Shape;785;p27"/>
          <p:cNvGrpSpPr/>
          <p:nvPr/>
        </p:nvGrpSpPr>
        <p:grpSpPr>
          <a:xfrm>
            <a:off x="348971" y="1248142"/>
            <a:ext cx="6563302" cy="1112485"/>
            <a:chOff x="129917" y="917375"/>
            <a:chExt cx="7087083" cy="1818981"/>
          </a:xfrm>
        </p:grpSpPr>
        <p:sp>
          <p:nvSpPr>
            <p:cNvPr id="786" name="Google Shape;786;p27"/>
            <p:cNvSpPr/>
            <p:nvPr/>
          </p:nvSpPr>
          <p:spPr>
            <a:xfrm>
              <a:off x="824625" y="917375"/>
              <a:ext cx="6392375" cy="1382975"/>
            </a:xfrm>
            <a:custGeom>
              <a:avLst/>
              <a:gdLst/>
              <a:ahLst/>
              <a:cxnLst/>
              <a:rect l="l" t="t" r="r" b="b"/>
              <a:pathLst>
                <a:path w="255695" h="55319" extrusionOk="0">
                  <a:moveTo>
                    <a:pt x="0" y="55319"/>
                  </a:moveTo>
                  <a:lnTo>
                    <a:pt x="220891" y="55319"/>
                  </a:lnTo>
                  <a:lnTo>
                    <a:pt x="255695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787" name="Google Shape;787;p27"/>
            <p:cNvGrpSpPr/>
            <p:nvPr/>
          </p:nvGrpSpPr>
          <p:grpSpPr>
            <a:xfrm>
              <a:off x="129917" y="1891293"/>
              <a:ext cx="5698454" cy="845063"/>
              <a:chOff x="129917" y="1891293"/>
              <a:chExt cx="5698454" cy="845063"/>
            </a:xfrm>
          </p:grpSpPr>
          <p:sp>
            <p:nvSpPr>
              <p:cNvPr id="788" name="Google Shape;788;p27"/>
              <p:cNvSpPr/>
              <p:nvPr/>
            </p:nvSpPr>
            <p:spPr>
              <a:xfrm>
                <a:off x="1219163" y="1985541"/>
                <a:ext cx="4609208" cy="586800"/>
              </a:xfrm>
              <a:prstGeom prst="roundRect">
                <a:avLst>
                  <a:gd name="adj" fmla="val 16667"/>
                </a:avLst>
              </a:prstGeom>
              <a:solidFill>
                <a:srgbClr val="EFEF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790" name="Google Shape;790;p27"/>
              <p:cNvSpPr/>
              <p:nvPr/>
            </p:nvSpPr>
            <p:spPr>
              <a:xfrm>
                <a:off x="129917" y="1891293"/>
                <a:ext cx="740059" cy="845063"/>
              </a:xfrm>
              <a:prstGeom prst="roundRect">
                <a:avLst>
                  <a:gd name="adj" fmla="val 16667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FFFFFF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</p:grpSp>
      </p:grpSp>
      <p:grpSp>
        <p:nvGrpSpPr>
          <p:cNvPr id="791" name="Google Shape;791;p27"/>
          <p:cNvGrpSpPr/>
          <p:nvPr/>
        </p:nvGrpSpPr>
        <p:grpSpPr>
          <a:xfrm>
            <a:off x="336990" y="2375324"/>
            <a:ext cx="6493345" cy="669245"/>
            <a:chOff x="175556" y="2292975"/>
            <a:chExt cx="7011544" cy="1094255"/>
          </a:xfrm>
        </p:grpSpPr>
        <p:sp>
          <p:nvSpPr>
            <p:cNvPr id="792" name="Google Shape;792;p27"/>
            <p:cNvSpPr/>
            <p:nvPr/>
          </p:nvSpPr>
          <p:spPr>
            <a:xfrm>
              <a:off x="824625" y="2292975"/>
              <a:ext cx="6362475" cy="719575"/>
            </a:xfrm>
            <a:custGeom>
              <a:avLst/>
              <a:gdLst/>
              <a:ahLst/>
              <a:cxnLst/>
              <a:rect l="l" t="t" r="r" b="b"/>
              <a:pathLst>
                <a:path w="254499" h="28783" extrusionOk="0">
                  <a:moveTo>
                    <a:pt x="0" y="28783"/>
                  </a:moveTo>
                  <a:lnTo>
                    <a:pt x="220891" y="28783"/>
                  </a:lnTo>
                  <a:lnTo>
                    <a:pt x="254499" y="0"/>
                  </a:lnTo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793" name="Google Shape;793;p27"/>
            <p:cNvGrpSpPr/>
            <p:nvPr/>
          </p:nvGrpSpPr>
          <p:grpSpPr>
            <a:xfrm>
              <a:off x="175556" y="2557425"/>
              <a:ext cx="5689984" cy="829805"/>
              <a:chOff x="175556" y="2557425"/>
              <a:chExt cx="5689984" cy="829805"/>
            </a:xfrm>
          </p:grpSpPr>
          <p:sp>
            <p:nvSpPr>
              <p:cNvPr id="794" name="Google Shape;794;p27"/>
              <p:cNvSpPr/>
              <p:nvPr/>
            </p:nvSpPr>
            <p:spPr>
              <a:xfrm>
                <a:off x="1234031" y="2763692"/>
                <a:ext cx="4631509" cy="586800"/>
              </a:xfrm>
              <a:prstGeom prst="roundRect">
                <a:avLst>
                  <a:gd name="adj" fmla="val 16667"/>
                </a:avLst>
              </a:prstGeom>
              <a:solidFill>
                <a:srgbClr val="EFEF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796" name="Google Shape;796;p27"/>
              <p:cNvSpPr/>
              <p:nvPr/>
            </p:nvSpPr>
            <p:spPr>
              <a:xfrm>
                <a:off x="175556" y="2557425"/>
                <a:ext cx="752996" cy="829805"/>
              </a:xfrm>
              <a:prstGeom prst="roundRect">
                <a:avLst>
                  <a:gd name="adj" fmla="val 16667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FFFFFF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</p:grpSp>
      </p:grpSp>
      <p:grpSp>
        <p:nvGrpSpPr>
          <p:cNvPr id="797" name="Google Shape;797;p27"/>
          <p:cNvGrpSpPr/>
          <p:nvPr/>
        </p:nvGrpSpPr>
        <p:grpSpPr>
          <a:xfrm>
            <a:off x="332492" y="3096269"/>
            <a:ext cx="6501560" cy="702998"/>
            <a:chOff x="166685" y="3008000"/>
            <a:chExt cx="7020415" cy="1149443"/>
          </a:xfrm>
        </p:grpSpPr>
        <p:sp>
          <p:nvSpPr>
            <p:cNvPr id="798" name="Google Shape;798;p27"/>
            <p:cNvSpPr/>
            <p:nvPr/>
          </p:nvSpPr>
          <p:spPr>
            <a:xfrm>
              <a:off x="824625" y="3008000"/>
              <a:ext cx="6362475" cy="719575"/>
            </a:xfrm>
            <a:custGeom>
              <a:avLst/>
              <a:gdLst/>
              <a:ahLst/>
              <a:cxnLst/>
              <a:rect l="l" t="t" r="r" b="b"/>
              <a:pathLst>
                <a:path w="254499" h="28783" extrusionOk="0">
                  <a:moveTo>
                    <a:pt x="0" y="28783"/>
                  </a:moveTo>
                  <a:lnTo>
                    <a:pt x="220891" y="28783"/>
                  </a:lnTo>
                  <a:lnTo>
                    <a:pt x="254499" y="0"/>
                  </a:lnTo>
                </a:path>
              </a:pathLst>
            </a:custGeom>
            <a:noFill/>
            <a:ln w="9525" cap="flat" cmpd="sng">
              <a:solidFill>
                <a:srgbClr val="666666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799" name="Google Shape;799;p27"/>
            <p:cNvGrpSpPr/>
            <p:nvPr/>
          </p:nvGrpSpPr>
          <p:grpSpPr>
            <a:xfrm>
              <a:off x="166685" y="3298038"/>
              <a:ext cx="5765763" cy="859405"/>
              <a:chOff x="166685" y="3298038"/>
              <a:chExt cx="5765763" cy="859405"/>
            </a:xfrm>
          </p:grpSpPr>
          <p:sp>
            <p:nvSpPr>
              <p:cNvPr id="800" name="Google Shape;800;p27"/>
              <p:cNvSpPr/>
              <p:nvPr/>
            </p:nvSpPr>
            <p:spPr>
              <a:xfrm>
                <a:off x="1248899" y="3459392"/>
                <a:ext cx="4683549" cy="586800"/>
              </a:xfrm>
              <a:prstGeom prst="roundRect">
                <a:avLst>
                  <a:gd name="adj" fmla="val 16667"/>
                </a:avLst>
              </a:prstGeom>
              <a:solidFill>
                <a:srgbClr val="EFEF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802" name="Google Shape;802;p27"/>
              <p:cNvSpPr/>
              <p:nvPr/>
            </p:nvSpPr>
            <p:spPr>
              <a:xfrm>
                <a:off x="166685" y="3298038"/>
                <a:ext cx="740059" cy="859405"/>
              </a:xfrm>
              <a:prstGeom prst="roundRect">
                <a:avLst>
                  <a:gd name="adj" fmla="val 16667"/>
                </a:avLst>
              </a:prstGeom>
              <a:solidFill>
                <a:srgbClr val="6666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FFFFFF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</p:grpSp>
      </p:grpSp>
      <p:grpSp>
        <p:nvGrpSpPr>
          <p:cNvPr id="803" name="Google Shape;803;p27"/>
          <p:cNvGrpSpPr/>
          <p:nvPr/>
        </p:nvGrpSpPr>
        <p:grpSpPr>
          <a:xfrm>
            <a:off x="331483" y="3971078"/>
            <a:ext cx="6271378" cy="509453"/>
            <a:chOff x="153212" y="4020130"/>
            <a:chExt cx="6771863" cy="832986"/>
          </a:xfrm>
        </p:grpSpPr>
        <p:sp>
          <p:nvSpPr>
            <p:cNvPr id="804" name="Google Shape;804;p27"/>
            <p:cNvSpPr/>
            <p:nvPr/>
          </p:nvSpPr>
          <p:spPr>
            <a:xfrm>
              <a:off x="824625" y="4434350"/>
              <a:ext cx="6100450" cy="121350"/>
            </a:xfrm>
            <a:custGeom>
              <a:avLst/>
              <a:gdLst/>
              <a:ahLst/>
              <a:cxnLst/>
              <a:rect l="l" t="t" r="r" b="b"/>
              <a:pathLst>
                <a:path w="244018" h="4854" extrusionOk="0">
                  <a:moveTo>
                    <a:pt x="0" y="0"/>
                  </a:moveTo>
                  <a:lnTo>
                    <a:pt x="220891" y="0"/>
                  </a:lnTo>
                  <a:lnTo>
                    <a:pt x="244018" y="4854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805" name="Google Shape;805;p27"/>
            <p:cNvGrpSpPr/>
            <p:nvPr/>
          </p:nvGrpSpPr>
          <p:grpSpPr>
            <a:xfrm>
              <a:off x="153212" y="4020130"/>
              <a:ext cx="5805414" cy="832986"/>
              <a:chOff x="153212" y="4020130"/>
              <a:chExt cx="5805414" cy="832986"/>
            </a:xfrm>
          </p:grpSpPr>
          <p:sp>
            <p:nvSpPr>
              <p:cNvPr id="806" name="Google Shape;806;p27"/>
              <p:cNvSpPr/>
              <p:nvPr/>
            </p:nvSpPr>
            <p:spPr>
              <a:xfrm>
                <a:off x="1267642" y="4134414"/>
                <a:ext cx="4690984" cy="586800"/>
              </a:xfrm>
              <a:prstGeom prst="roundRect">
                <a:avLst>
                  <a:gd name="adj" fmla="val 16667"/>
                </a:avLst>
              </a:prstGeom>
              <a:solidFill>
                <a:srgbClr val="EFEFEF"/>
              </a:solidFill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808" name="Google Shape;808;p27"/>
              <p:cNvSpPr/>
              <p:nvPr/>
            </p:nvSpPr>
            <p:spPr>
              <a:xfrm>
                <a:off x="153212" y="4020130"/>
                <a:ext cx="740059" cy="832986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FFFFFF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</p:grp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37555D37-393C-2D4F-3F87-7D019C3A5D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971" y="2605060"/>
            <a:ext cx="685364" cy="42835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03002A5-EBA4-B502-114D-8580320651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518481" y="4059721"/>
            <a:ext cx="346344" cy="346344"/>
          </a:xfrm>
          <a:prstGeom prst="rect">
            <a:avLst/>
          </a:prstGeom>
        </p:spPr>
      </p:pic>
      <p:pic>
        <p:nvPicPr>
          <p:cNvPr id="4" name="Picture 6" descr="A black and white cat logo&#10;&#10;Description automatically generated">
            <a:extLst>
              <a:ext uri="{FF2B5EF4-FFF2-40B4-BE49-F238E27FC236}">
                <a16:creationId xmlns:a16="http://schemas.microsoft.com/office/drawing/2014/main" id="{738C15BA-064D-723B-9AE3-C49BB6382C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042" y="1140174"/>
            <a:ext cx="527221" cy="527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blue logo with white text&#10;&#10;Description automatically generated">
            <a:extLst>
              <a:ext uri="{FF2B5EF4-FFF2-40B4-BE49-F238E27FC236}">
                <a16:creationId xmlns:a16="http://schemas.microsoft.com/office/drawing/2014/main" id="{BDA621C0-9145-E1A8-9CF4-D39F9CFA52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175" y="1881043"/>
            <a:ext cx="468906" cy="468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A logo with a black background&#10;&#10;Description automatically generated">
            <a:extLst>
              <a:ext uri="{FF2B5EF4-FFF2-40B4-BE49-F238E27FC236}">
                <a16:creationId xmlns:a16="http://schemas.microsoft.com/office/drawing/2014/main" id="{B948D9D2-7530-E368-0E97-1BA94AFE48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234" y="3360712"/>
            <a:ext cx="339335" cy="315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808;p27">
            <a:extLst>
              <a:ext uri="{FF2B5EF4-FFF2-40B4-BE49-F238E27FC236}">
                <a16:creationId xmlns:a16="http://schemas.microsoft.com/office/drawing/2014/main" id="{4AFF9F4A-E0BB-BB31-AD5C-48A17B679A83}"/>
              </a:ext>
            </a:extLst>
          </p:cNvPr>
          <p:cNvSpPr/>
          <p:nvPr/>
        </p:nvSpPr>
        <p:spPr>
          <a:xfrm>
            <a:off x="348970" y="4570871"/>
            <a:ext cx="685364" cy="509453"/>
          </a:xfrm>
          <a:prstGeom prst="roundRect">
            <a:avLst>
              <a:gd name="adj" fmla="val 16667"/>
            </a:avLst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bg2">
                <a:lumMod val="20000"/>
                <a:lumOff val="80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D2579C80-741C-1E93-8F3F-325ADFBDE9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507" y="4642389"/>
            <a:ext cx="366416" cy="366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60EAB6A-00B6-2225-9FCB-0054FE33A994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9955" t="32577" r="11517" b="33756"/>
          <a:stretch>
            <a:fillRect/>
          </a:stretch>
        </p:blipFill>
        <p:spPr>
          <a:xfrm>
            <a:off x="7984764" y="4895012"/>
            <a:ext cx="1159236" cy="248488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B82EDF6-3290-0599-BA7F-68FE30B0A1E5}"/>
              </a:ext>
            </a:extLst>
          </p:cNvPr>
          <p:cNvCxnSpPr>
            <a:stCxn id="7" idx="3"/>
          </p:cNvCxnSpPr>
          <p:nvPr/>
        </p:nvCxnSpPr>
        <p:spPr>
          <a:xfrm flipV="1">
            <a:off x="1034334" y="4820134"/>
            <a:ext cx="5730739" cy="5464"/>
          </a:xfrm>
          <a:prstGeom prst="line">
            <a:avLst/>
          </a:prstGeom>
          <a:ln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Google Shape;806;p27">
            <a:extLst>
              <a:ext uri="{FF2B5EF4-FFF2-40B4-BE49-F238E27FC236}">
                <a16:creationId xmlns:a16="http://schemas.microsoft.com/office/drawing/2014/main" id="{20434E56-B2E1-EE9B-C0D9-F0FB3E2E4A11}"/>
              </a:ext>
            </a:extLst>
          </p:cNvPr>
          <p:cNvSpPr/>
          <p:nvPr/>
        </p:nvSpPr>
        <p:spPr>
          <a:xfrm>
            <a:off x="1363550" y="4646154"/>
            <a:ext cx="4344289" cy="358886"/>
          </a:xfrm>
          <a:prstGeom prst="roundRect">
            <a:avLst>
              <a:gd name="adj" fmla="val 16667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6C25A8-508D-B906-7B14-5DBB06922BDF}"/>
              </a:ext>
            </a:extLst>
          </p:cNvPr>
          <p:cNvSpPr txBox="1"/>
          <p:nvPr/>
        </p:nvSpPr>
        <p:spPr>
          <a:xfrm>
            <a:off x="1467628" y="853172"/>
            <a:ext cx="1052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 week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02A2A4-6F34-EAF3-0D9D-2D2FC4C584A1}"/>
              </a:ext>
            </a:extLst>
          </p:cNvPr>
          <p:cNvSpPr txBox="1"/>
          <p:nvPr/>
        </p:nvSpPr>
        <p:spPr>
          <a:xfrm>
            <a:off x="2348574" y="853172"/>
            <a:ext cx="1052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 week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7AB055-4996-7FCC-4EA3-4455B9179EC6}"/>
              </a:ext>
            </a:extLst>
          </p:cNvPr>
          <p:cNvSpPr txBox="1"/>
          <p:nvPr/>
        </p:nvSpPr>
        <p:spPr>
          <a:xfrm>
            <a:off x="3229520" y="853171"/>
            <a:ext cx="1052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3 week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3D5640-5F53-9C09-9EE0-F22F251FF220}"/>
              </a:ext>
            </a:extLst>
          </p:cNvPr>
          <p:cNvSpPr txBox="1"/>
          <p:nvPr/>
        </p:nvSpPr>
        <p:spPr>
          <a:xfrm>
            <a:off x="4169940" y="853171"/>
            <a:ext cx="1052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4 week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A0A0573-56C2-E4B0-EB66-6FD2339057A2}"/>
              </a:ext>
            </a:extLst>
          </p:cNvPr>
          <p:cNvSpPr/>
          <p:nvPr/>
        </p:nvSpPr>
        <p:spPr>
          <a:xfrm>
            <a:off x="1467628" y="2819236"/>
            <a:ext cx="3870089" cy="503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319B11-CC06-CEE1-C29C-5B0FE08E0224}"/>
              </a:ext>
            </a:extLst>
          </p:cNvPr>
          <p:cNvSpPr/>
          <p:nvPr/>
        </p:nvSpPr>
        <p:spPr>
          <a:xfrm>
            <a:off x="1452142" y="1365652"/>
            <a:ext cx="3870089" cy="50344"/>
          </a:xfrm>
          <a:prstGeom prst="rect">
            <a:avLst/>
          </a:prstGeom>
          <a:solidFill>
            <a:schemeClr val="accent6"/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F67E26-6B8A-3D14-994B-B4D900307F7A}"/>
              </a:ext>
            </a:extLst>
          </p:cNvPr>
          <p:cNvSpPr/>
          <p:nvPr/>
        </p:nvSpPr>
        <p:spPr>
          <a:xfrm>
            <a:off x="3624940" y="2065151"/>
            <a:ext cx="1567811" cy="50345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DDCAAF6-00F4-756F-2A46-0FF94E0F2A20}"/>
              </a:ext>
            </a:extLst>
          </p:cNvPr>
          <p:cNvSpPr/>
          <p:nvPr/>
        </p:nvSpPr>
        <p:spPr>
          <a:xfrm>
            <a:off x="3624939" y="3518449"/>
            <a:ext cx="1567811" cy="5034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D3D8E32-0F76-1990-C05F-87511C2DF9B5}"/>
              </a:ext>
            </a:extLst>
          </p:cNvPr>
          <p:cNvSpPr/>
          <p:nvPr/>
        </p:nvSpPr>
        <p:spPr>
          <a:xfrm>
            <a:off x="1467628" y="4200455"/>
            <a:ext cx="3870089" cy="50344"/>
          </a:xfrm>
          <a:prstGeom prst="rect">
            <a:avLst/>
          </a:prstGeom>
          <a:solidFill>
            <a:schemeClr val="accent2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B2F858C-8725-C023-915E-BFFB844A9702}"/>
              </a:ext>
            </a:extLst>
          </p:cNvPr>
          <p:cNvSpPr/>
          <p:nvPr/>
        </p:nvSpPr>
        <p:spPr>
          <a:xfrm>
            <a:off x="1600649" y="4804577"/>
            <a:ext cx="2569291" cy="457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26"/>
          <p:cNvSpPr txBox="1">
            <a:spLocks noGrp="1"/>
          </p:cNvSpPr>
          <p:nvPr>
            <p:ph type="title"/>
          </p:nvPr>
        </p:nvSpPr>
        <p:spPr>
          <a:xfrm>
            <a:off x="334782" y="747282"/>
            <a:ext cx="8229600" cy="40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SzPts val="1100"/>
            </a:pPr>
            <a:r>
              <a:rPr lang="en-US" sz="3200" dirty="0"/>
              <a:t>L</a:t>
            </a:r>
            <a:r>
              <a:rPr lang="en" sz="3200" dirty="0"/>
              <a:t>et’s move to the</a:t>
            </a:r>
            <a:endParaRPr sz="2800" dirty="0"/>
          </a:p>
        </p:txBody>
      </p:sp>
      <p:grpSp>
        <p:nvGrpSpPr>
          <p:cNvPr id="598" name="Google Shape;598;p26"/>
          <p:cNvGrpSpPr/>
          <p:nvPr/>
        </p:nvGrpSpPr>
        <p:grpSpPr>
          <a:xfrm>
            <a:off x="1152125" y="1400652"/>
            <a:ext cx="2527120" cy="2600181"/>
            <a:chOff x="638095" y="1886693"/>
            <a:chExt cx="2765507" cy="2845459"/>
          </a:xfrm>
        </p:grpSpPr>
        <p:sp>
          <p:nvSpPr>
            <p:cNvPr id="599" name="Google Shape;599;p26"/>
            <p:cNvSpPr/>
            <p:nvPr/>
          </p:nvSpPr>
          <p:spPr>
            <a:xfrm>
              <a:off x="726900" y="4323357"/>
              <a:ext cx="2676702" cy="408795"/>
            </a:xfrm>
            <a:custGeom>
              <a:avLst/>
              <a:gdLst/>
              <a:ahLst/>
              <a:cxnLst/>
              <a:rect l="l" t="t" r="r" b="b"/>
              <a:pathLst>
                <a:path w="162372" h="24798" extrusionOk="0">
                  <a:moveTo>
                    <a:pt x="81166" y="0"/>
                  </a:moveTo>
                  <a:cubicBezTo>
                    <a:pt x="36325" y="0"/>
                    <a:pt x="1" y="5546"/>
                    <a:pt x="1" y="12399"/>
                  </a:cubicBezTo>
                  <a:cubicBezTo>
                    <a:pt x="1" y="19212"/>
                    <a:pt x="36325" y="24798"/>
                    <a:pt x="81166" y="24798"/>
                  </a:cubicBezTo>
                  <a:cubicBezTo>
                    <a:pt x="126008" y="24798"/>
                    <a:pt x="162372" y="19212"/>
                    <a:pt x="162372" y="12399"/>
                  </a:cubicBezTo>
                  <a:cubicBezTo>
                    <a:pt x="162372" y="5546"/>
                    <a:pt x="126008" y="0"/>
                    <a:pt x="81166" y="0"/>
                  </a:cubicBezTo>
                  <a:close/>
                </a:path>
              </a:pathLst>
            </a:custGeom>
            <a:solidFill>
              <a:srgbClr val="000000">
                <a:alpha val="130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26"/>
            <p:cNvSpPr/>
            <p:nvPr/>
          </p:nvSpPr>
          <p:spPr>
            <a:xfrm>
              <a:off x="1401466" y="3415792"/>
              <a:ext cx="712976" cy="307561"/>
            </a:xfrm>
            <a:custGeom>
              <a:avLst/>
              <a:gdLst/>
              <a:ahLst/>
              <a:cxnLst/>
              <a:rect l="l" t="t" r="r" b="b"/>
              <a:pathLst>
                <a:path w="43250" h="18657" extrusionOk="0">
                  <a:moveTo>
                    <a:pt x="42777" y="0"/>
                  </a:moveTo>
                  <a:cubicBezTo>
                    <a:pt x="42622" y="0"/>
                    <a:pt x="42464" y="83"/>
                    <a:pt x="42386" y="270"/>
                  </a:cubicBezTo>
                  <a:cubicBezTo>
                    <a:pt x="41395" y="2924"/>
                    <a:pt x="40405" y="5539"/>
                    <a:pt x="38662" y="7757"/>
                  </a:cubicBezTo>
                  <a:cubicBezTo>
                    <a:pt x="37038" y="9975"/>
                    <a:pt x="34740" y="11560"/>
                    <a:pt x="32086" y="12352"/>
                  </a:cubicBezTo>
                  <a:cubicBezTo>
                    <a:pt x="31312" y="12552"/>
                    <a:pt x="30548" y="12642"/>
                    <a:pt x="29796" y="12642"/>
                  </a:cubicBezTo>
                  <a:cubicBezTo>
                    <a:pt x="25629" y="12642"/>
                    <a:pt x="21834" y="9856"/>
                    <a:pt x="18578" y="7440"/>
                  </a:cubicBezTo>
                  <a:cubicBezTo>
                    <a:pt x="16717" y="5935"/>
                    <a:pt x="14736" y="4588"/>
                    <a:pt x="12676" y="3360"/>
                  </a:cubicBezTo>
                  <a:cubicBezTo>
                    <a:pt x="10735" y="2251"/>
                    <a:pt x="8715" y="1023"/>
                    <a:pt x="6536" y="508"/>
                  </a:cubicBezTo>
                  <a:cubicBezTo>
                    <a:pt x="6023" y="389"/>
                    <a:pt x="5499" y="325"/>
                    <a:pt x="4985" y="325"/>
                  </a:cubicBezTo>
                  <a:cubicBezTo>
                    <a:pt x="3278" y="325"/>
                    <a:pt x="1682" y="1030"/>
                    <a:pt x="951" y="2766"/>
                  </a:cubicBezTo>
                  <a:cubicBezTo>
                    <a:pt x="0" y="4984"/>
                    <a:pt x="951" y="7361"/>
                    <a:pt x="2417" y="9183"/>
                  </a:cubicBezTo>
                  <a:cubicBezTo>
                    <a:pt x="4397" y="11480"/>
                    <a:pt x="6695" y="13461"/>
                    <a:pt x="9309" y="15046"/>
                  </a:cubicBezTo>
                  <a:cubicBezTo>
                    <a:pt x="10537" y="15877"/>
                    <a:pt x="11884" y="16590"/>
                    <a:pt x="13270" y="17224"/>
                  </a:cubicBezTo>
                  <a:cubicBezTo>
                    <a:pt x="14617" y="17898"/>
                    <a:pt x="16043" y="18413"/>
                    <a:pt x="17549" y="18650"/>
                  </a:cubicBezTo>
                  <a:cubicBezTo>
                    <a:pt x="17570" y="18655"/>
                    <a:pt x="17592" y="18657"/>
                    <a:pt x="17612" y="18657"/>
                  </a:cubicBezTo>
                  <a:cubicBezTo>
                    <a:pt x="17961" y="18657"/>
                    <a:pt x="18083" y="18047"/>
                    <a:pt x="17747" y="17898"/>
                  </a:cubicBezTo>
                  <a:cubicBezTo>
                    <a:pt x="16519" y="17303"/>
                    <a:pt x="15251" y="16907"/>
                    <a:pt x="14023" y="16353"/>
                  </a:cubicBezTo>
                  <a:cubicBezTo>
                    <a:pt x="12835" y="15838"/>
                    <a:pt x="11646" y="15204"/>
                    <a:pt x="10498" y="14570"/>
                  </a:cubicBezTo>
                  <a:cubicBezTo>
                    <a:pt x="8240" y="13223"/>
                    <a:pt x="6101" y="11560"/>
                    <a:pt x="4239" y="9658"/>
                  </a:cubicBezTo>
                  <a:cubicBezTo>
                    <a:pt x="2615" y="7955"/>
                    <a:pt x="793" y="5420"/>
                    <a:pt x="2060" y="2964"/>
                  </a:cubicBezTo>
                  <a:cubicBezTo>
                    <a:pt x="2651" y="1822"/>
                    <a:pt x="3691" y="1434"/>
                    <a:pt x="4821" y="1434"/>
                  </a:cubicBezTo>
                  <a:cubicBezTo>
                    <a:pt x="5966" y="1434"/>
                    <a:pt x="7204" y="1832"/>
                    <a:pt x="8160" y="2251"/>
                  </a:cubicBezTo>
                  <a:cubicBezTo>
                    <a:pt x="10141" y="3122"/>
                    <a:pt x="12082" y="4192"/>
                    <a:pt x="13904" y="5420"/>
                  </a:cubicBezTo>
                  <a:cubicBezTo>
                    <a:pt x="15885" y="6727"/>
                    <a:pt x="17747" y="8232"/>
                    <a:pt x="19688" y="9619"/>
                  </a:cubicBezTo>
                  <a:cubicBezTo>
                    <a:pt x="22696" y="11781"/>
                    <a:pt x="26176" y="13745"/>
                    <a:pt x="29872" y="13745"/>
                  </a:cubicBezTo>
                  <a:cubicBezTo>
                    <a:pt x="30848" y="13745"/>
                    <a:pt x="31838" y="13609"/>
                    <a:pt x="32839" y="13303"/>
                  </a:cubicBezTo>
                  <a:cubicBezTo>
                    <a:pt x="38424" y="11560"/>
                    <a:pt x="41989" y="6014"/>
                    <a:pt x="43178" y="508"/>
                  </a:cubicBezTo>
                  <a:cubicBezTo>
                    <a:pt x="43250" y="196"/>
                    <a:pt x="43016" y="0"/>
                    <a:pt x="42777" y="0"/>
                  </a:cubicBezTo>
                  <a:close/>
                </a:path>
              </a:pathLst>
            </a:custGeom>
            <a:solidFill>
              <a:srgbClr val="3B46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26"/>
            <p:cNvSpPr/>
            <p:nvPr/>
          </p:nvSpPr>
          <p:spPr>
            <a:xfrm>
              <a:off x="2586028" y="3903468"/>
              <a:ext cx="713092" cy="678325"/>
            </a:xfrm>
            <a:custGeom>
              <a:avLst/>
              <a:gdLst/>
              <a:ahLst/>
              <a:cxnLst/>
              <a:rect l="l" t="t" r="r" b="b"/>
              <a:pathLst>
                <a:path w="43257" h="41148" extrusionOk="0">
                  <a:moveTo>
                    <a:pt x="23371" y="0"/>
                  </a:moveTo>
                  <a:cubicBezTo>
                    <a:pt x="23134" y="40"/>
                    <a:pt x="23094" y="357"/>
                    <a:pt x="23332" y="476"/>
                  </a:cubicBezTo>
                  <a:lnTo>
                    <a:pt x="23332" y="515"/>
                  </a:lnTo>
                  <a:cubicBezTo>
                    <a:pt x="28204" y="1704"/>
                    <a:pt x="32007" y="5229"/>
                    <a:pt x="35216" y="8953"/>
                  </a:cubicBezTo>
                  <a:cubicBezTo>
                    <a:pt x="38503" y="12795"/>
                    <a:pt x="41355" y="17430"/>
                    <a:pt x="41435" y="22659"/>
                  </a:cubicBezTo>
                  <a:cubicBezTo>
                    <a:pt x="41514" y="25154"/>
                    <a:pt x="40761" y="27610"/>
                    <a:pt x="39296" y="29630"/>
                  </a:cubicBezTo>
                  <a:cubicBezTo>
                    <a:pt x="37870" y="31611"/>
                    <a:pt x="36047" y="33314"/>
                    <a:pt x="33948" y="34582"/>
                  </a:cubicBezTo>
                  <a:cubicBezTo>
                    <a:pt x="29432" y="37315"/>
                    <a:pt x="24362" y="38979"/>
                    <a:pt x="19093" y="39415"/>
                  </a:cubicBezTo>
                  <a:cubicBezTo>
                    <a:pt x="16043" y="39692"/>
                    <a:pt x="12953" y="39771"/>
                    <a:pt x="9903" y="39850"/>
                  </a:cubicBezTo>
                  <a:cubicBezTo>
                    <a:pt x="8811" y="39878"/>
                    <a:pt x="7699" y="39906"/>
                    <a:pt x="6595" y="39906"/>
                  </a:cubicBezTo>
                  <a:cubicBezTo>
                    <a:pt x="6137" y="39906"/>
                    <a:pt x="5681" y="39902"/>
                    <a:pt x="5229" y="39890"/>
                  </a:cubicBezTo>
                  <a:cubicBezTo>
                    <a:pt x="4405" y="39890"/>
                    <a:pt x="3536" y="39845"/>
                    <a:pt x="2658" y="39845"/>
                  </a:cubicBezTo>
                  <a:cubicBezTo>
                    <a:pt x="1890" y="39845"/>
                    <a:pt x="1115" y="39880"/>
                    <a:pt x="357" y="40009"/>
                  </a:cubicBezTo>
                  <a:cubicBezTo>
                    <a:pt x="0" y="40049"/>
                    <a:pt x="40" y="40603"/>
                    <a:pt x="357" y="40682"/>
                  </a:cubicBezTo>
                  <a:cubicBezTo>
                    <a:pt x="1679" y="40996"/>
                    <a:pt x="3063" y="41125"/>
                    <a:pt x="4427" y="41125"/>
                  </a:cubicBezTo>
                  <a:cubicBezTo>
                    <a:pt x="4616" y="41125"/>
                    <a:pt x="4804" y="41123"/>
                    <a:pt x="4991" y="41118"/>
                  </a:cubicBezTo>
                  <a:cubicBezTo>
                    <a:pt x="5724" y="41138"/>
                    <a:pt x="6447" y="41148"/>
                    <a:pt x="7170" y="41148"/>
                  </a:cubicBezTo>
                  <a:cubicBezTo>
                    <a:pt x="7893" y="41148"/>
                    <a:pt x="8616" y="41138"/>
                    <a:pt x="9349" y="41118"/>
                  </a:cubicBezTo>
                  <a:cubicBezTo>
                    <a:pt x="12280" y="41078"/>
                    <a:pt x="15211" y="40920"/>
                    <a:pt x="18143" y="40722"/>
                  </a:cubicBezTo>
                  <a:cubicBezTo>
                    <a:pt x="23649" y="40326"/>
                    <a:pt x="28996" y="38702"/>
                    <a:pt x="33829" y="35968"/>
                  </a:cubicBezTo>
                  <a:cubicBezTo>
                    <a:pt x="38266" y="33433"/>
                    <a:pt x="42108" y="29432"/>
                    <a:pt x="42663" y="24164"/>
                  </a:cubicBezTo>
                  <a:cubicBezTo>
                    <a:pt x="43257" y="18777"/>
                    <a:pt x="40682" y="13667"/>
                    <a:pt x="37394" y="9547"/>
                  </a:cubicBezTo>
                  <a:cubicBezTo>
                    <a:pt x="35572" y="7210"/>
                    <a:pt x="33473" y="5110"/>
                    <a:pt x="31135" y="3288"/>
                  </a:cubicBezTo>
                  <a:cubicBezTo>
                    <a:pt x="28878" y="1506"/>
                    <a:pt x="26303" y="198"/>
                    <a:pt x="23371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26"/>
            <p:cNvSpPr/>
            <p:nvPr/>
          </p:nvSpPr>
          <p:spPr>
            <a:xfrm>
              <a:off x="2172008" y="3386795"/>
              <a:ext cx="1179452" cy="1064700"/>
            </a:xfrm>
            <a:custGeom>
              <a:avLst/>
              <a:gdLst/>
              <a:ahLst/>
              <a:cxnLst/>
              <a:rect l="l" t="t" r="r" b="b"/>
              <a:pathLst>
                <a:path w="71547" h="64586" extrusionOk="0">
                  <a:moveTo>
                    <a:pt x="64240" y="0"/>
                  </a:moveTo>
                  <a:cubicBezTo>
                    <a:pt x="60816" y="0"/>
                    <a:pt x="55901" y="1542"/>
                    <a:pt x="48962" y="5396"/>
                  </a:cubicBezTo>
                  <a:cubicBezTo>
                    <a:pt x="30304" y="15735"/>
                    <a:pt x="13905" y="38869"/>
                    <a:pt x="13905" y="38869"/>
                  </a:cubicBezTo>
                  <a:cubicBezTo>
                    <a:pt x="13905" y="38869"/>
                    <a:pt x="1" y="56140"/>
                    <a:pt x="872" y="58833"/>
                  </a:cubicBezTo>
                  <a:cubicBezTo>
                    <a:pt x="1693" y="61259"/>
                    <a:pt x="7044" y="64585"/>
                    <a:pt x="11544" y="64585"/>
                  </a:cubicBezTo>
                  <a:cubicBezTo>
                    <a:pt x="12040" y="64585"/>
                    <a:pt x="12526" y="64545"/>
                    <a:pt x="12994" y="64458"/>
                  </a:cubicBezTo>
                  <a:cubicBezTo>
                    <a:pt x="17747" y="63587"/>
                    <a:pt x="30304" y="56140"/>
                    <a:pt x="46030" y="44454"/>
                  </a:cubicBezTo>
                  <a:cubicBezTo>
                    <a:pt x="61757" y="32768"/>
                    <a:pt x="71184" y="17518"/>
                    <a:pt x="71422" y="9437"/>
                  </a:cubicBezTo>
                  <a:cubicBezTo>
                    <a:pt x="71546" y="4368"/>
                    <a:pt x="70003" y="0"/>
                    <a:pt x="6424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26"/>
            <p:cNvSpPr/>
            <p:nvPr/>
          </p:nvSpPr>
          <p:spPr>
            <a:xfrm>
              <a:off x="638095" y="3666397"/>
              <a:ext cx="1565927" cy="800528"/>
            </a:xfrm>
            <a:custGeom>
              <a:avLst/>
              <a:gdLst/>
              <a:ahLst/>
              <a:cxnLst/>
              <a:rect l="l" t="t" r="r" b="b"/>
              <a:pathLst>
                <a:path w="94991" h="48561" extrusionOk="0">
                  <a:moveTo>
                    <a:pt x="20116" y="1"/>
                  </a:moveTo>
                  <a:cubicBezTo>
                    <a:pt x="18793" y="1"/>
                    <a:pt x="17583" y="125"/>
                    <a:pt x="16519" y="398"/>
                  </a:cubicBezTo>
                  <a:cubicBezTo>
                    <a:pt x="0" y="4637"/>
                    <a:pt x="3962" y="18659"/>
                    <a:pt x="18935" y="27968"/>
                  </a:cubicBezTo>
                  <a:cubicBezTo>
                    <a:pt x="33909" y="37238"/>
                    <a:pt x="46783" y="43536"/>
                    <a:pt x="65638" y="46507"/>
                  </a:cubicBezTo>
                  <a:cubicBezTo>
                    <a:pt x="76175" y="48189"/>
                    <a:pt x="81195" y="48560"/>
                    <a:pt x="83573" y="48560"/>
                  </a:cubicBezTo>
                  <a:cubicBezTo>
                    <a:pt x="85451" y="48560"/>
                    <a:pt x="85682" y="48329"/>
                    <a:pt x="85682" y="48329"/>
                  </a:cubicBezTo>
                  <a:cubicBezTo>
                    <a:pt x="85682" y="48329"/>
                    <a:pt x="94991" y="44724"/>
                    <a:pt x="86910" y="33356"/>
                  </a:cubicBezTo>
                  <a:cubicBezTo>
                    <a:pt x="78829" y="21947"/>
                    <a:pt x="61756" y="14461"/>
                    <a:pt x="61756" y="14461"/>
                  </a:cubicBezTo>
                  <a:cubicBezTo>
                    <a:pt x="61756" y="14461"/>
                    <a:pt x="34362" y="1"/>
                    <a:pt x="2011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26"/>
            <p:cNvSpPr/>
            <p:nvPr/>
          </p:nvSpPr>
          <p:spPr>
            <a:xfrm>
              <a:off x="2567746" y="3285066"/>
              <a:ext cx="381364" cy="560952"/>
            </a:xfrm>
            <a:custGeom>
              <a:avLst/>
              <a:gdLst/>
              <a:ahLst/>
              <a:cxnLst/>
              <a:rect l="l" t="t" r="r" b="b"/>
              <a:pathLst>
                <a:path w="23134" h="34028" extrusionOk="0">
                  <a:moveTo>
                    <a:pt x="14736" y="0"/>
                  </a:moveTo>
                  <a:lnTo>
                    <a:pt x="0" y="7527"/>
                  </a:lnTo>
                  <a:cubicBezTo>
                    <a:pt x="0" y="7527"/>
                    <a:pt x="1228" y="10101"/>
                    <a:pt x="3169" y="13587"/>
                  </a:cubicBezTo>
                  <a:cubicBezTo>
                    <a:pt x="5070" y="17073"/>
                    <a:pt x="5625" y="26184"/>
                    <a:pt x="5625" y="26184"/>
                  </a:cubicBezTo>
                  <a:lnTo>
                    <a:pt x="20598" y="34027"/>
                  </a:lnTo>
                  <a:cubicBezTo>
                    <a:pt x="20598" y="34027"/>
                    <a:pt x="22460" y="31849"/>
                    <a:pt x="22817" y="27729"/>
                  </a:cubicBezTo>
                  <a:cubicBezTo>
                    <a:pt x="23054" y="25431"/>
                    <a:pt x="23134" y="21312"/>
                    <a:pt x="20678" y="12557"/>
                  </a:cubicBezTo>
                  <a:cubicBezTo>
                    <a:pt x="18182" y="3803"/>
                    <a:pt x="14736" y="0"/>
                    <a:pt x="14736" y="0"/>
                  </a:cubicBezTo>
                  <a:close/>
                </a:path>
              </a:pathLst>
            </a:custGeom>
            <a:solidFill>
              <a:srgbClr val="B45F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26"/>
            <p:cNvSpPr/>
            <p:nvPr/>
          </p:nvSpPr>
          <p:spPr>
            <a:xfrm>
              <a:off x="2593892" y="2606560"/>
              <a:ext cx="534147" cy="1924706"/>
            </a:xfrm>
            <a:custGeom>
              <a:avLst/>
              <a:gdLst/>
              <a:ahLst/>
              <a:cxnLst/>
              <a:rect l="l" t="t" r="r" b="b"/>
              <a:pathLst>
                <a:path w="32402" h="116755" extrusionOk="0">
                  <a:moveTo>
                    <a:pt x="8669" y="0"/>
                  </a:moveTo>
                  <a:cubicBezTo>
                    <a:pt x="8602" y="0"/>
                    <a:pt x="8532" y="24"/>
                    <a:pt x="8476" y="81"/>
                  </a:cubicBezTo>
                  <a:cubicBezTo>
                    <a:pt x="5861" y="3765"/>
                    <a:pt x="5584" y="8479"/>
                    <a:pt x="6812" y="12718"/>
                  </a:cubicBezTo>
                  <a:cubicBezTo>
                    <a:pt x="8159" y="17273"/>
                    <a:pt x="11090" y="21155"/>
                    <a:pt x="14259" y="24601"/>
                  </a:cubicBezTo>
                  <a:cubicBezTo>
                    <a:pt x="17388" y="28087"/>
                    <a:pt x="20637" y="31335"/>
                    <a:pt x="23489" y="35019"/>
                  </a:cubicBezTo>
                  <a:cubicBezTo>
                    <a:pt x="26301" y="38743"/>
                    <a:pt x="28717" y="42783"/>
                    <a:pt x="30064" y="47299"/>
                  </a:cubicBezTo>
                  <a:cubicBezTo>
                    <a:pt x="30817" y="49716"/>
                    <a:pt x="31173" y="52290"/>
                    <a:pt x="31134" y="54865"/>
                  </a:cubicBezTo>
                  <a:cubicBezTo>
                    <a:pt x="31015" y="57440"/>
                    <a:pt x="30302" y="59975"/>
                    <a:pt x="29074" y="62233"/>
                  </a:cubicBezTo>
                  <a:cubicBezTo>
                    <a:pt x="26816" y="66472"/>
                    <a:pt x="23489" y="70037"/>
                    <a:pt x="21904" y="74592"/>
                  </a:cubicBezTo>
                  <a:cubicBezTo>
                    <a:pt x="20320" y="79148"/>
                    <a:pt x="20399" y="84139"/>
                    <a:pt x="22102" y="88655"/>
                  </a:cubicBezTo>
                  <a:cubicBezTo>
                    <a:pt x="23013" y="91031"/>
                    <a:pt x="24321" y="93210"/>
                    <a:pt x="25192" y="95587"/>
                  </a:cubicBezTo>
                  <a:cubicBezTo>
                    <a:pt x="25984" y="97686"/>
                    <a:pt x="26341" y="99905"/>
                    <a:pt x="26182" y="102162"/>
                  </a:cubicBezTo>
                  <a:cubicBezTo>
                    <a:pt x="25945" y="106718"/>
                    <a:pt x="23330" y="110798"/>
                    <a:pt x="19250" y="112897"/>
                  </a:cubicBezTo>
                  <a:cubicBezTo>
                    <a:pt x="15356" y="115057"/>
                    <a:pt x="10828" y="115571"/>
                    <a:pt x="6403" y="115571"/>
                  </a:cubicBezTo>
                  <a:cubicBezTo>
                    <a:pt x="5877" y="115571"/>
                    <a:pt x="5353" y="115564"/>
                    <a:pt x="4831" y="115552"/>
                  </a:cubicBezTo>
                  <a:cubicBezTo>
                    <a:pt x="3484" y="115552"/>
                    <a:pt x="2098" y="115472"/>
                    <a:pt x="751" y="115433"/>
                  </a:cubicBezTo>
                  <a:cubicBezTo>
                    <a:pt x="738" y="115432"/>
                    <a:pt x="725" y="115432"/>
                    <a:pt x="712" y="115432"/>
                  </a:cubicBezTo>
                  <a:cubicBezTo>
                    <a:pt x="0" y="115432"/>
                    <a:pt x="51" y="116503"/>
                    <a:pt x="751" y="116542"/>
                  </a:cubicBezTo>
                  <a:cubicBezTo>
                    <a:pt x="2620" y="116656"/>
                    <a:pt x="4520" y="116755"/>
                    <a:pt x="6422" y="116755"/>
                  </a:cubicBezTo>
                  <a:cubicBezTo>
                    <a:pt x="9799" y="116755"/>
                    <a:pt x="13179" y="116443"/>
                    <a:pt x="16398" y="115353"/>
                  </a:cubicBezTo>
                  <a:cubicBezTo>
                    <a:pt x="20557" y="113967"/>
                    <a:pt x="24241" y="111234"/>
                    <a:pt x="25984" y="107114"/>
                  </a:cubicBezTo>
                  <a:cubicBezTo>
                    <a:pt x="27806" y="102876"/>
                    <a:pt x="27371" y="98201"/>
                    <a:pt x="25667" y="94042"/>
                  </a:cubicBezTo>
                  <a:cubicBezTo>
                    <a:pt x="24677" y="91744"/>
                    <a:pt x="23489" y="89526"/>
                    <a:pt x="22736" y="87110"/>
                  </a:cubicBezTo>
                  <a:cubicBezTo>
                    <a:pt x="22023" y="84733"/>
                    <a:pt x="21785" y="82237"/>
                    <a:pt x="21983" y="79781"/>
                  </a:cubicBezTo>
                  <a:cubicBezTo>
                    <a:pt x="22142" y="77286"/>
                    <a:pt x="22815" y="74870"/>
                    <a:pt x="23924" y="72612"/>
                  </a:cubicBezTo>
                  <a:cubicBezTo>
                    <a:pt x="25034" y="70512"/>
                    <a:pt x="26301" y="68492"/>
                    <a:pt x="27688" y="66511"/>
                  </a:cubicBezTo>
                  <a:cubicBezTo>
                    <a:pt x="29034" y="64570"/>
                    <a:pt x="30223" y="62431"/>
                    <a:pt x="31134" y="60213"/>
                  </a:cubicBezTo>
                  <a:cubicBezTo>
                    <a:pt x="32045" y="57797"/>
                    <a:pt x="32401" y="55182"/>
                    <a:pt x="32203" y="52607"/>
                  </a:cubicBezTo>
                  <a:cubicBezTo>
                    <a:pt x="31530" y="42863"/>
                    <a:pt x="25628" y="34702"/>
                    <a:pt x="19171" y="27849"/>
                  </a:cubicBezTo>
                  <a:cubicBezTo>
                    <a:pt x="15883" y="24364"/>
                    <a:pt x="12358" y="21036"/>
                    <a:pt x="9902" y="16877"/>
                  </a:cubicBezTo>
                  <a:cubicBezTo>
                    <a:pt x="7525" y="12876"/>
                    <a:pt x="6297" y="8083"/>
                    <a:pt x="7564" y="3488"/>
                  </a:cubicBezTo>
                  <a:cubicBezTo>
                    <a:pt x="7842" y="2379"/>
                    <a:pt x="8277" y="1309"/>
                    <a:pt x="8872" y="319"/>
                  </a:cubicBezTo>
                  <a:cubicBezTo>
                    <a:pt x="8985" y="149"/>
                    <a:pt x="8836" y="0"/>
                    <a:pt x="8669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26"/>
            <p:cNvSpPr/>
            <p:nvPr/>
          </p:nvSpPr>
          <p:spPr>
            <a:xfrm>
              <a:off x="2488717" y="2635309"/>
              <a:ext cx="201809" cy="153212"/>
            </a:xfrm>
            <a:custGeom>
              <a:avLst/>
              <a:gdLst/>
              <a:ahLst/>
              <a:cxnLst/>
              <a:rect l="l" t="t" r="r" b="b"/>
              <a:pathLst>
                <a:path w="12242" h="9294" extrusionOk="0">
                  <a:moveTo>
                    <a:pt x="9429" y="1"/>
                  </a:moveTo>
                  <a:cubicBezTo>
                    <a:pt x="9429" y="1"/>
                    <a:pt x="8518" y="5269"/>
                    <a:pt x="7488" y="5943"/>
                  </a:cubicBezTo>
                  <a:cubicBezTo>
                    <a:pt x="7204" y="6135"/>
                    <a:pt x="6651" y="6198"/>
                    <a:pt x="5991" y="6198"/>
                  </a:cubicBezTo>
                  <a:cubicBezTo>
                    <a:pt x="4748" y="6198"/>
                    <a:pt x="3123" y="5976"/>
                    <a:pt x="2194" y="5976"/>
                  </a:cubicBezTo>
                  <a:cubicBezTo>
                    <a:pt x="1892" y="5976"/>
                    <a:pt x="1664" y="5999"/>
                    <a:pt x="1546" y="6062"/>
                  </a:cubicBezTo>
                  <a:cubicBezTo>
                    <a:pt x="872" y="6378"/>
                    <a:pt x="1" y="8399"/>
                    <a:pt x="3249" y="8755"/>
                  </a:cubicBezTo>
                  <a:cubicBezTo>
                    <a:pt x="5287" y="8954"/>
                    <a:pt x="7154" y="9293"/>
                    <a:pt x="8428" y="9293"/>
                  </a:cubicBezTo>
                  <a:cubicBezTo>
                    <a:pt x="9185" y="9293"/>
                    <a:pt x="9732" y="9174"/>
                    <a:pt x="9983" y="8834"/>
                  </a:cubicBezTo>
                  <a:cubicBezTo>
                    <a:pt x="10657" y="7963"/>
                    <a:pt x="12241" y="635"/>
                    <a:pt x="12241" y="635"/>
                  </a:cubicBezTo>
                  <a:lnTo>
                    <a:pt x="942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26"/>
            <p:cNvSpPr/>
            <p:nvPr/>
          </p:nvSpPr>
          <p:spPr>
            <a:xfrm>
              <a:off x="1936272" y="1886693"/>
              <a:ext cx="805836" cy="482862"/>
            </a:xfrm>
            <a:custGeom>
              <a:avLst/>
              <a:gdLst/>
              <a:ahLst/>
              <a:cxnLst/>
              <a:rect l="l" t="t" r="r" b="b"/>
              <a:pathLst>
                <a:path w="48883" h="29291" extrusionOk="0">
                  <a:moveTo>
                    <a:pt x="18448" y="1"/>
                  </a:moveTo>
                  <a:cubicBezTo>
                    <a:pt x="15846" y="1"/>
                    <a:pt x="13585" y="292"/>
                    <a:pt x="11924" y="928"/>
                  </a:cubicBezTo>
                  <a:cubicBezTo>
                    <a:pt x="6814" y="2869"/>
                    <a:pt x="4121" y="6593"/>
                    <a:pt x="2694" y="10593"/>
                  </a:cubicBezTo>
                  <a:cubicBezTo>
                    <a:pt x="1625" y="13802"/>
                    <a:pt x="714" y="17050"/>
                    <a:pt x="1" y="20378"/>
                  </a:cubicBezTo>
                  <a:lnTo>
                    <a:pt x="2298" y="20457"/>
                  </a:lnTo>
                  <a:cubicBezTo>
                    <a:pt x="2298" y="20457"/>
                    <a:pt x="4121" y="9405"/>
                    <a:pt x="7765" y="5959"/>
                  </a:cubicBezTo>
                  <a:cubicBezTo>
                    <a:pt x="10565" y="3311"/>
                    <a:pt x="13739" y="1996"/>
                    <a:pt x="18384" y="1996"/>
                  </a:cubicBezTo>
                  <a:cubicBezTo>
                    <a:pt x="19784" y="1996"/>
                    <a:pt x="21318" y="2116"/>
                    <a:pt x="23016" y="2354"/>
                  </a:cubicBezTo>
                  <a:cubicBezTo>
                    <a:pt x="30384" y="3384"/>
                    <a:pt x="38900" y="5642"/>
                    <a:pt x="41673" y="7504"/>
                  </a:cubicBezTo>
                  <a:cubicBezTo>
                    <a:pt x="44446" y="9366"/>
                    <a:pt x="46387" y="11703"/>
                    <a:pt x="46189" y="16654"/>
                  </a:cubicBezTo>
                  <a:cubicBezTo>
                    <a:pt x="45951" y="21566"/>
                    <a:pt x="45714" y="28934"/>
                    <a:pt x="45714" y="28934"/>
                  </a:cubicBezTo>
                  <a:lnTo>
                    <a:pt x="48011" y="29291"/>
                  </a:lnTo>
                  <a:cubicBezTo>
                    <a:pt x="48011" y="29291"/>
                    <a:pt x="48883" y="20893"/>
                    <a:pt x="48288" y="14990"/>
                  </a:cubicBezTo>
                  <a:cubicBezTo>
                    <a:pt x="47694" y="9088"/>
                    <a:pt x="45436" y="6236"/>
                    <a:pt x="36523" y="3226"/>
                  </a:cubicBezTo>
                  <a:cubicBezTo>
                    <a:pt x="30558" y="1228"/>
                    <a:pt x="23786" y="1"/>
                    <a:pt x="184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26"/>
            <p:cNvSpPr/>
            <p:nvPr/>
          </p:nvSpPr>
          <p:spPr>
            <a:xfrm>
              <a:off x="2571653" y="2339519"/>
              <a:ext cx="257298" cy="315358"/>
            </a:xfrm>
            <a:custGeom>
              <a:avLst/>
              <a:gdLst/>
              <a:ahLst/>
              <a:cxnLst/>
              <a:rect l="l" t="t" r="r" b="b"/>
              <a:pathLst>
                <a:path w="15608" h="19130" extrusionOk="0">
                  <a:moveTo>
                    <a:pt x="8633" y="0"/>
                  </a:moveTo>
                  <a:cubicBezTo>
                    <a:pt x="6278" y="0"/>
                    <a:pt x="4398" y="752"/>
                    <a:pt x="4398" y="752"/>
                  </a:cubicBezTo>
                  <a:lnTo>
                    <a:pt x="1" y="16914"/>
                  </a:lnTo>
                  <a:cubicBezTo>
                    <a:pt x="555" y="17350"/>
                    <a:pt x="1229" y="17627"/>
                    <a:pt x="1902" y="17825"/>
                  </a:cubicBezTo>
                  <a:cubicBezTo>
                    <a:pt x="2687" y="18006"/>
                    <a:pt x="6045" y="19129"/>
                    <a:pt x="8809" y="19129"/>
                  </a:cubicBezTo>
                  <a:cubicBezTo>
                    <a:pt x="9674" y="19129"/>
                    <a:pt x="10480" y="19019"/>
                    <a:pt x="11132" y="18736"/>
                  </a:cubicBezTo>
                  <a:cubicBezTo>
                    <a:pt x="13825" y="17508"/>
                    <a:pt x="14697" y="11527"/>
                    <a:pt x="15172" y="7605"/>
                  </a:cubicBezTo>
                  <a:cubicBezTo>
                    <a:pt x="15608" y="3683"/>
                    <a:pt x="14499" y="1188"/>
                    <a:pt x="11132" y="316"/>
                  </a:cubicBezTo>
                  <a:cubicBezTo>
                    <a:pt x="10281" y="86"/>
                    <a:pt x="9430" y="0"/>
                    <a:pt x="863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26"/>
            <p:cNvSpPr/>
            <p:nvPr/>
          </p:nvSpPr>
          <p:spPr>
            <a:xfrm>
              <a:off x="1812865" y="2201688"/>
              <a:ext cx="205057" cy="311748"/>
            </a:xfrm>
            <a:custGeom>
              <a:avLst/>
              <a:gdLst/>
              <a:ahLst/>
              <a:cxnLst/>
              <a:rect l="l" t="t" r="r" b="b"/>
              <a:pathLst>
                <a:path w="12439" h="18911" extrusionOk="0">
                  <a:moveTo>
                    <a:pt x="6282" y="0"/>
                  </a:moveTo>
                  <a:cubicBezTo>
                    <a:pt x="6209" y="0"/>
                    <a:pt x="6135" y="1"/>
                    <a:pt x="6061" y="2"/>
                  </a:cubicBezTo>
                  <a:cubicBezTo>
                    <a:pt x="1783" y="121"/>
                    <a:pt x="673" y="4637"/>
                    <a:pt x="317" y="8202"/>
                  </a:cubicBezTo>
                  <a:cubicBezTo>
                    <a:pt x="0" y="11807"/>
                    <a:pt x="673" y="18303"/>
                    <a:pt x="4833" y="18778"/>
                  </a:cubicBezTo>
                  <a:cubicBezTo>
                    <a:pt x="5627" y="18867"/>
                    <a:pt x="6425" y="18911"/>
                    <a:pt x="7224" y="18911"/>
                  </a:cubicBezTo>
                  <a:cubicBezTo>
                    <a:pt x="8938" y="18911"/>
                    <a:pt x="10658" y="18708"/>
                    <a:pt x="12359" y="18303"/>
                  </a:cubicBezTo>
                  <a:lnTo>
                    <a:pt x="12438" y="2141"/>
                  </a:lnTo>
                  <a:cubicBezTo>
                    <a:pt x="12438" y="2141"/>
                    <a:pt x="10374" y="0"/>
                    <a:pt x="62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26"/>
            <p:cNvSpPr/>
            <p:nvPr/>
          </p:nvSpPr>
          <p:spPr>
            <a:xfrm>
              <a:off x="1554925" y="2532031"/>
              <a:ext cx="1098379" cy="1435942"/>
            </a:xfrm>
            <a:custGeom>
              <a:avLst/>
              <a:gdLst/>
              <a:ahLst/>
              <a:cxnLst/>
              <a:rect l="l" t="t" r="r" b="b"/>
              <a:pathLst>
                <a:path w="66629" h="87106" extrusionOk="0">
                  <a:moveTo>
                    <a:pt x="17979" y="0"/>
                  </a:moveTo>
                  <a:cubicBezTo>
                    <a:pt x="17858" y="0"/>
                    <a:pt x="17753" y="15"/>
                    <a:pt x="17667" y="47"/>
                  </a:cubicBezTo>
                  <a:cubicBezTo>
                    <a:pt x="16756" y="364"/>
                    <a:pt x="7328" y="21319"/>
                    <a:pt x="4318" y="32252"/>
                  </a:cubicBezTo>
                  <a:cubicBezTo>
                    <a:pt x="1347" y="43145"/>
                    <a:pt x="0" y="57683"/>
                    <a:pt x="1347" y="67586"/>
                  </a:cubicBezTo>
                  <a:cubicBezTo>
                    <a:pt x="2733" y="77449"/>
                    <a:pt x="4833" y="82401"/>
                    <a:pt x="4833" y="82401"/>
                  </a:cubicBezTo>
                  <a:cubicBezTo>
                    <a:pt x="4833" y="82401"/>
                    <a:pt x="25035" y="86600"/>
                    <a:pt x="32205" y="87036"/>
                  </a:cubicBezTo>
                  <a:cubicBezTo>
                    <a:pt x="33006" y="87084"/>
                    <a:pt x="33899" y="87106"/>
                    <a:pt x="34852" y="87106"/>
                  </a:cubicBezTo>
                  <a:cubicBezTo>
                    <a:pt x="42482" y="87106"/>
                    <a:pt x="54031" y="85728"/>
                    <a:pt x="54031" y="85728"/>
                  </a:cubicBezTo>
                  <a:cubicBezTo>
                    <a:pt x="54031" y="85728"/>
                    <a:pt x="53754" y="61169"/>
                    <a:pt x="55695" y="52335"/>
                  </a:cubicBezTo>
                  <a:cubicBezTo>
                    <a:pt x="57636" y="43502"/>
                    <a:pt x="59577" y="36292"/>
                    <a:pt x="60766" y="34193"/>
                  </a:cubicBezTo>
                  <a:cubicBezTo>
                    <a:pt x="61994" y="32093"/>
                    <a:pt x="66628" y="29875"/>
                    <a:pt x="66628" y="29875"/>
                  </a:cubicBezTo>
                  <a:cubicBezTo>
                    <a:pt x="66628" y="29875"/>
                    <a:pt x="59894" y="19813"/>
                    <a:pt x="49238" y="14030"/>
                  </a:cubicBezTo>
                  <a:cubicBezTo>
                    <a:pt x="42187" y="10069"/>
                    <a:pt x="35018" y="6939"/>
                    <a:pt x="35018" y="6939"/>
                  </a:cubicBezTo>
                  <a:cubicBezTo>
                    <a:pt x="35018" y="6939"/>
                    <a:pt x="28442" y="4681"/>
                    <a:pt x="24837" y="2899"/>
                  </a:cubicBezTo>
                  <a:cubicBezTo>
                    <a:pt x="21624" y="1257"/>
                    <a:pt x="19087" y="0"/>
                    <a:pt x="1797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26"/>
            <p:cNvSpPr/>
            <p:nvPr/>
          </p:nvSpPr>
          <p:spPr>
            <a:xfrm>
              <a:off x="2027698" y="2649684"/>
              <a:ext cx="357213" cy="281580"/>
            </a:xfrm>
            <a:custGeom>
              <a:avLst/>
              <a:gdLst/>
              <a:ahLst/>
              <a:cxnLst/>
              <a:rect l="l" t="t" r="r" b="b"/>
              <a:pathLst>
                <a:path w="21669" h="17081" extrusionOk="0">
                  <a:moveTo>
                    <a:pt x="2100" y="0"/>
                  </a:moveTo>
                  <a:cubicBezTo>
                    <a:pt x="2100" y="1"/>
                    <a:pt x="1" y="6180"/>
                    <a:pt x="3368" y="11013"/>
                  </a:cubicBezTo>
                  <a:cubicBezTo>
                    <a:pt x="6208" y="15089"/>
                    <a:pt x="10627" y="17080"/>
                    <a:pt x="14175" y="17080"/>
                  </a:cubicBezTo>
                  <a:cubicBezTo>
                    <a:pt x="14833" y="17080"/>
                    <a:pt x="15461" y="17012"/>
                    <a:pt x="16044" y="16875"/>
                  </a:cubicBezTo>
                  <a:cubicBezTo>
                    <a:pt x="19767" y="15964"/>
                    <a:pt x="21193" y="12914"/>
                    <a:pt x="21431" y="10220"/>
                  </a:cubicBezTo>
                  <a:cubicBezTo>
                    <a:pt x="21669" y="7527"/>
                    <a:pt x="19728" y="4635"/>
                    <a:pt x="19728" y="4635"/>
                  </a:cubicBezTo>
                  <a:lnTo>
                    <a:pt x="2100" y="0"/>
                  </a:lnTo>
                  <a:close/>
                </a:path>
              </a:pathLst>
            </a:custGeom>
            <a:solidFill>
              <a:srgbClr val="B45F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26"/>
            <p:cNvSpPr/>
            <p:nvPr/>
          </p:nvSpPr>
          <p:spPr>
            <a:xfrm>
              <a:off x="2053167" y="2649684"/>
              <a:ext cx="327821" cy="190517"/>
            </a:xfrm>
            <a:custGeom>
              <a:avLst/>
              <a:gdLst/>
              <a:ahLst/>
              <a:cxnLst/>
              <a:rect l="l" t="t" r="r" b="b"/>
              <a:pathLst>
                <a:path w="19886" h="11557" extrusionOk="0">
                  <a:moveTo>
                    <a:pt x="555" y="0"/>
                  </a:moveTo>
                  <a:cubicBezTo>
                    <a:pt x="278" y="951"/>
                    <a:pt x="80" y="1941"/>
                    <a:pt x="0" y="2892"/>
                  </a:cubicBezTo>
                  <a:cubicBezTo>
                    <a:pt x="555" y="4041"/>
                    <a:pt x="1189" y="5110"/>
                    <a:pt x="1902" y="6180"/>
                  </a:cubicBezTo>
                  <a:cubicBezTo>
                    <a:pt x="3051" y="7685"/>
                    <a:pt x="4556" y="8953"/>
                    <a:pt x="6220" y="9824"/>
                  </a:cubicBezTo>
                  <a:cubicBezTo>
                    <a:pt x="8226" y="10962"/>
                    <a:pt x="10481" y="11557"/>
                    <a:pt x="12763" y="11557"/>
                  </a:cubicBezTo>
                  <a:cubicBezTo>
                    <a:pt x="13500" y="11557"/>
                    <a:pt x="14239" y="11495"/>
                    <a:pt x="14974" y="11369"/>
                  </a:cubicBezTo>
                  <a:cubicBezTo>
                    <a:pt x="15885" y="11211"/>
                    <a:pt x="16796" y="10973"/>
                    <a:pt x="17707" y="10616"/>
                  </a:cubicBezTo>
                  <a:cubicBezTo>
                    <a:pt x="18420" y="10379"/>
                    <a:pt x="19173" y="10141"/>
                    <a:pt x="19886" y="9824"/>
                  </a:cubicBezTo>
                  <a:cubicBezTo>
                    <a:pt x="19886" y="7249"/>
                    <a:pt x="18183" y="4635"/>
                    <a:pt x="18183" y="4635"/>
                  </a:cubicBezTo>
                  <a:lnTo>
                    <a:pt x="555" y="0"/>
                  </a:lnTo>
                  <a:close/>
                </a:path>
              </a:pathLst>
            </a:custGeom>
            <a:solidFill>
              <a:srgbClr val="783F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26"/>
            <p:cNvSpPr/>
            <p:nvPr/>
          </p:nvSpPr>
          <p:spPr>
            <a:xfrm>
              <a:off x="1984606" y="2002154"/>
              <a:ext cx="677830" cy="798121"/>
            </a:xfrm>
            <a:custGeom>
              <a:avLst/>
              <a:gdLst/>
              <a:ahLst/>
              <a:cxnLst/>
              <a:rect l="l" t="t" r="r" b="b"/>
              <a:pathLst>
                <a:path w="41118" h="48415" extrusionOk="0">
                  <a:moveTo>
                    <a:pt x="21186" y="0"/>
                  </a:moveTo>
                  <a:cubicBezTo>
                    <a:pt x="20964" y="0"/>
                    <a:pt x="20755" y="8"/>
                    <a:pt x="20559" y="24"/>
                  </a:cubicBezTo>
                  <a:cubicBezTo>
                    <a:pt x="20559" y="24"/>
                    <a:pt x="20530" y="24"/>
                    <a:pt x="20475" y="24"/>
                  </a:cubicBezTo>
                  <a:cubicBezTo>
                    <a:pt x="19492" y="24"/>
                    <a:pt x="10143" y="131"/>
                    <a:pt x="6655" y="4144"/>
                  </a:cubicBezTo>
                  <a:cubicBezTo>
                    <a:pt x="2931" y="8422"/>
                    <a:pt x="911" y="16860"/>
                    <a:pt x="475" y="20108"/>
                  </a:cubicBezTo>
                  <a:cubicBezTo>
                    <a:pt x="0" y="23356"/>
                    <a:pt x="119" y="34606"/>
                    <a:pt x="3288" y="39756"/>
                  </a:cubicBezTo>
                  <a:cubicBezTo>
                    <a:pt x="6282" y="44683"/>
                    <a:pt x="11961" y="48414"/>
                    <a:pt x="19526" y="48414"/>
                  </a:cubicBezTo>
                  <a:cubicBezTo>
                    <a:pt x="19866" y="48414"/>
                    <a:pt x="20211" y="48407"/>
                    <a:pt x="20559" y="48391"/>
                  </a:cubicBezTo>
                  <a:cubicBezTo>
                    <a:pt x="28640" y="48074"/>
                    <a:pt x="33790" y="43242"/>
                    <a:pt x="36840" y="37735"/>
                  </a:cubicBezTo>
                  <a:cubicBezTo>
                    <a:pt x="39890" y="32229"/>
                    <a:pt x="40207" y="25376"/>
                    <a:pt x="40642" y="21574"/>
                  </a:cubicBezTo>
                  <a:cubicBezTo>
                    <a:pt x="41118" y="17771"/>
                    <a:pt x="40761" y="12027"/>
                    <a:pt x="38068" y="7630"/>
                  </a:cubicBezTo>
                  <a:cubicBezTo>
                    <a:pt x="35498" y="3472"/>
                    <a:pt x="25787" y="0"/>
                    <a:pt x="21186" y="0"/>
                  </a:cubicBezTo>
                  <a:close/>
                </a:path>
              </a:pathLst>
            </a:custGeom>
            <a:solidFill>
              <a:srgbClr val="B45F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26"/>
            <p:cNvSpPr/>
            <p:nvPr/>
          </p:nvSpPr>
          <p:spPr>
            <a:xfrm>
              <a:off x="2284336" y="2343558"/>
              <a:ext cx="101234" cy="222201"/>
            </a:xfrm>
            <a:custGeom>
              <a:avLst/>
              <a:gdLst/>
              <a:ahLst/>
              <a:cxnLst/>
              <a:rect l="l" t="t" r="r" b="b"/>
              <a:pathLst>
                <a:path w="6141" h="13479" extrusionOk="0">
                  <a:moveTo>
                    <a:pt x="1625" y="1"/>
                  </a:moveTo>
                  <a:cubicBezTo>
                    <a:pt x="1523" y="1"/>
                    <a:pt x="1420" y="57"/>
                    <a:pt x="1387" y="190"/>
                  </a:cubicBezTo>
                  <a:cubicBezTo>
                    <a:pt x="951" y="2052"/>
                    <a:pt x="634" y="3914"/>
                    <a:pt x="476" y="5815"/>
                  </a:cubicBezTo>
                  <a:cubicBezTo>
                    <a:pt x="396" y="7003"/>
                    <a:pt x="0" y="8984"/>
                    <a:pt x="1228" y="9737"/>
                  </a:cubicBezTo>
                  <a:cubicBezTo>
                    <a:pt x="1589" y="9931"/>
                    <a:pt x="2007" y="10028"/>
                    <a:pt x="2430" y="10028"/>
                  </a:cubicBezTo>
                  <a:cubicBezTo>
                    <a:pt x="2611" y="10028"/>
                    <a:pt x="2793" y="10010"/>
                    <a:pt x="2971" y="9974"/>
                  </a:cubicBezTo>
                  <a:cubicBezTo>
                    <a:pt x="3328" y="9935"/>
                    <a:pt x="3684" y="9816"/>
                    <a:pt x="4041" y="9737"/>
                  </a:cubicBezTo>
                  <a:cubicBezTo>
                    <a:pt x="4196" y="9679"/>
                    <a:pt x="4521" y="9573"/>
                    <a:pt x="4790" y="9573"/>
                  </a:cubicBezTo>
                  <a:cubicBezTo>
                    <a:pt x="5071" y="9573"/>
                    <a:pt x="5291" y="9688"/>
                    <a:pt x="5189" y="10093"/>
                  </a:cubicBezTo>
                  <a:cubicBezTo>
                    <a:pt x="4912" y="10886"/>
                    <a:pt x="4397" y="11559"/>
                    <a:pt x="3684" y="12034"/>
                  </a:cubicBezTo>
                  <a:cubicBezTo>
                    <a:pt x="3328" y="12272"/>
                    <a:pt x="2971" y="12510"/>
                    <a:pt x="2575" y="12668"/>
                  </a:cubicBezTo>
                  <a:cubicBezTo>
                    <a:pt x="2219" y="12787"/>
                    <a:pt x="1902" y="12906"/>
                    <a:pt x="1585" y="13104"/>
                  </a:cubicBezTo>
                  <a:cubicBezTo>
                    <a:pt x="1466" y="13183"/>
                    <a:pt x="1505" y="13421"/>
                    <a:pt x="1664" y="13460"/>
                  </a:cubicBezTo>
                  <a:cubicBezTo>
                    <a:pt x="1732" y="13473"/>
                    <a:pt x="1801" y="13479"/>
                    <a:pt x="1871" y="13479"/>
                  </a:cubicBezTo>
                  <a:cubicBezTo>
                    <a:pt x="2456" y="13479"/>
                    <a:pt x="3105" y="13066"/>
                    <a:pt x="3565" y="12747"/>
                  </a:cubicBezTo>
                  <a:cubicBezTo>
                    <a:pt x="4239" y="12351"/>
                    <a:pt x="4833" y="11797"/>
                    <a:pt x="5308" y="11202"/>
                  </a:cubicBezTo>
                  <a:cubicBezTo>
                    <a:pt x="5665" y="10687"/>
                    <a:pt x="6140" y="10172"/>
                    <a:pt x="5942" y="9539"/>
                  </a:cubicBezTo>
                  <a:cubicBezTo>
                    <a:pt x="5792" y="9028"/>
                    <a:pt x="5368" y="8859"/>
                    <a:pt x="4930" y="8859"/>
                  </a:cubicBezTo>
                  <a:cubicBezTo>
                    <a:pt x="4791" y="8859"/>
                    <a:pt x="4650" y="8876"/>
                    <a:pt x="4516" y="8905"/>
                  </a:cubicBezTo>
                  <a:cubicBezTo>
                    <a:pt x="3892" y="8994"/>
                    <a:pt x="3135" y="9373"/>
                    <a:pt x="2444" y="9373"/>
                  </a:cubicBezTo>
                  <a:cubicBezTo>
                    <a:pt x="2214" y="9373"/>
                    <a:pt x="1991" y="9331"/>
                    <a:pt x="1783" y="9222"/>
                  </a:cubicBezTo>
                  <a:cubicBezTo>
                    <a:pt x="951" y="8786"/>
                    <a:pt x="1109" y="7439"/>
                    <a:pt x="1149" y="6647"/>
                  </a:cubicBezTo>
                  <a:cubicBezTo>
                    <a:pt x="1268" y="4508"/>
                    <a:pt x="1505" y="2369"/>
                    <a:pt x="1862" y="269"/>
                  </a:cubicBezTo>
                  <a:cubicBezTo>
                    <a:pt x="1908" y="108"/>
                    <a:pt x="1767" y="1"/>
                    <a:pt x="1625" y="1"/>
                  </a:cubicBezTo>
                  <a:close/>
                </a:path>
              </a:pathLst>
            </a:custGeom>
            <a:solidFill>
              <a:srgbClr val="783F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26"/>
            <p:cNvSpPr/>
            <p:nvPr/>
          </p:nvSpPr>
          <p:spPr>
            <a:xfrm>
              <a:off x="1990475" y="1967271"/>
              <a:ext cx="702657" cy="509386"/>
            </a:xfrm>
            <a:custGeom>
              <a:avLst/>
              <a:gdLst/>
              <a:ahLst/>
              <a:cxnLst/>
              <a:rect l="l" t="t" r="r" b="b"/>
              <a:pathLst>
                <a:path w="42624" h="30900" extrusionOk="0">
                  <a:moveTo>
                    <a:pt x="19250" y="0"/>
                  </a:moveTo>
                  <a:cubicBezTo>
                    <a:pt x="12963" y="0"/>
                    <a:pt x="7731" y="2891"/>
                    <a:pt x="4596" y="7369"/>
                  </a:cubicBezTo>
                  <a:cubicBezTo>
                    <a:pt x="1347" y="11925"/>
                    <a:pt x="1" y="23214"/>
                    <a:pt x="1" y="23214"/>
                  </a:cubicBezTo>
                  <a:cubicBezTo>
                    <a:pt x="1" y="23214"/>
                    <a:pt x="2972" y="18065"/>
                    <a:pt x="4952" y="13549"/>
                  </a:cubicBezTo>
                  <a:cubicBezTo>
                    <a:pt x="6893" y="9073"/>
                    <a:pt x="6854" y="6617"/>
                    <a:pt x="8319" y="5468"/>
                  </a:cubicBezTo>
                  <a:cubicBezTo>
                    <a:pt x="8740" y="5127"/>
                    <a:pt x="9194" y="4971"/>
                    <a:pt x="9690" y="4971"/>
                  </a:cubicBezTo>
                  <a:cubicBezTo>
                    <a:pt x="11152" y="4971"/>
                    <a:pt x="12974" y="6327"/>
                    <a:pt x="15370" y="8280"/>
                  </a:cubicBezTo>
                  <a:cubicBezTo>
                    <a:pt x="17852" y="10278"/>
                    <a:pt x="20497" y="11975"/>
                    <a:pt x="23744" y="11975"/>
                  </a:cubicBezTo>
                  <a:cubicBezTo>
                    <a:pt x="24747" y="11975"/>
                    <a:pt x="25807" y="11814"/>
                    <a:pt x="26937" y="11449"/>
                  </a:cubicBezTo>
                  <a:cubicBezTo>
                    <a:pt x="30585" y="10243"/>
                    <a:pt x="32765" y="8234"/>
                    <a:pt x="34489" y="8234"/>
                  </a:cubicBezTo>
                  <a:cubicBezTo>
                    <a:pt x="35030" y="8234"/>
                    <a:pt x="35526" y="8432"/>
                    <a:pt x="36008" y="8914"/>
                  </a:cubicBezTo>
                  <a:cubicBezTo>
                    <a:pt x="38029" y="10934"/>
                    <a:pt x="36523" y="14618"/>
                    <a:pt x="37117" y="19689"/>
                  </a:cubicBezTo>
                  <a:cubicBezTo>
                    <a:pt x="37712" y="24799"/>
                    <a:pt x="38187" y="26898"/>
                    <a:pt x="38544" y="28007"/>
                  </a:cubicBezTo>
                  <a:lnTo>
                    <a:pt x="39534" y="30899"/>
                  </a:lnTo>
                  <a:cubicBezTo>
                    <a:pt x="39534" y="30899"/>
                    <a:pt x="42624" y="20758"/>
                    <a:pt x="39771" y="12836"/>
                  </a:cubicBezTo>
                  <a:cubicBezTo>
                    <a:pt x="36919" y="4913"/>
                    <a:pt x="29710" y="1269"/>
                    <a:pt x="22144" y="199"/>
                  </a:cubicBezTo>
                  <a:cubicBezTo>
                    <a:pt x="21158" y="65"/>
                    <a:pt x="20192" y="0"/>
                    <a:pt x="19250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26"/>
            <p:cNvSpPr/>
            <p:nvPr/>
          </p:nvSpPr>
          <p:spPr>
            <a:xfrm>
              <a:off x="2091033" y="2360768"/>
              <a:ext cx="156096" cy="127891"/>
            </a:xfrm>
            <a:custGeom>
              <a:avLst/>
              <a:gdLst/>
              <a:ahLst/>
              <a:cxnLst/>
              <a:rect l="l" t="t" r="r" b="b"/>
              <a:pathLst>
                <a:path w="9469" h="7758" extrusionOk="0">
                  <a:moveTo>
                    <a:pt x="8701" y="1"/>
                  </a:moveTo>
                  <a:cubicBezTo>
                    <a:pt x="8562" y="1"/>
                    <a:pt x="8435" y="74"/>
                    <a:pt x="8399" y="255"/>
                  </a:cubicBezTo>
                  <a:cubicBezTo>
                    <a:pt x="8359" y="612"/>
                    <a:pt x="8201" y="889"/>
                    <a:pt x="8121" y="1246"/>
                  </a:cubicBezTo>
                  <a:cubicBezTo>
                    <a:pt x="8082" y="1602"/>
                    <a:pt x="8042" y="1919"/>
                    <a:pt x="7963" y="2236"/>
                  </a:cubicBezTo>
                  <a:cubicBezTo>
                    <a:pt x="7844" y="2830"/>
                    <a:pt x="7646" y="3345"/>
                    <a:pt x="7369" y="3860"/>
                  </a:cubicBezTo>
                  <a:cubicBezTo>
                    <a:pt x="6973" y="4811"/>
                    <a:pt x="6180" y="5524"/>
                    <a:pt x="5230" y="5841"/>
                  </a:cubicBezTo>
                  <a:cubicBezTo>
                    <a:pt x="4978" y="5911"/>
                    <a:pt x="4720" y="5946"/>
                    <a:pt x="4464" y="5946"/>
                  </a:cubicBezTo>
                  <a:cubicBezTo>
                    <a:pt x="3715" y="5946"/>
                    <a:pt x="2978" y="5649"/>
                    <a:pt x="2417" y="5088"/>
                  </a:cubicBezTo>
                  <a:cubicBezTo>
                    <a:pt x="2100" y="4732"/>
                    <a:pt x="1784" y="4296"/>
                    <a:pt x="1546" y="3860"/>
                  </a:cubicBezTo>
                  <a:cubicBezTo>
                    <a:pt x="1348" y="3424"/>
                    <a:pt x="1189" y="2791"/>
                    <a:pt x="754" y="2513"/>
                  </a:cubicBezTo>
                  <a:cubicBezTo>
                    <a:pt x="708" y="2483"/>
                    <a:pt x="663" y="2470"/>
                    <a:pt x="617" y="2470"/>
                  </a:cubicBezTo>
                  <a:cubicBezTo>
                    <a:pt x="544" y="2470"/>
                    <a:pt x="471" y="2504"/>
                    <a:pt x="397" y="2553"/>
                  </a:cubicBezTo>
                  <a:cubicBezTo>
                    <a:pt x="1" y="2870"/>
                    <a:pt x="41" y="3583"/>
                    <a:pt x="120" y="4018"/>
                  </a:cubicBezTo>
                  <a:cubicBezTo>
                    <a:pt x="239" y="4573"/>
                    <a:pt x="437" y="5088"/>
                    <a:pt x="754" y="5524"/>
                  </a:cubicBezTo>
                  <a:cubicBezTo>
                    <a:pt x="1427" y="6554"/>
                    <a:pt x="2457" y="7306"/>
                    <a:pt x="3606" y="7663"/>
                  </a:cubicBezTo>
                  <a:cubicBezTo>
                    <a:pt x="3891" y="7727"/>
                    <a:pt x="4172" y="7757"/>
                    <a:pt x="4447" y="7757"/>
                  </a:cubicBezTo>
                  <a:cubicBezTo>
                    <a:pt x="6380" y="7757"/>
                    <a:pt x="8002" y="6253"/>
                    <a:pt x="8835" y="4415"/>
                  </a:cubicBezTo>
                  <a:cubicBezTo>
                    <a:pt x="9112" y="3820"/>
                    <a:pt x="9270" y="3147"/>
                    <a:pt x="9389" y="2474"/>
                  </a:cubicBezTo>
                  <a:cubicBezTo>
                    <a:pt x="9429" y="2077"/>
                    <a:pt x="9468" y="1721"/>
                    <a:pt x="9429" y="1325"/>
                  </a:cubicBezTo>
                  <a:cubicBezTo>
                    <a:pt x="9389" y="968"/>
                    <a:pt x="9270" y="612"/>
                    <a:pt x="9112" y="255"/>
                  </a:cubicBezTo>
                  <a:cubicBezTo>
                    <a:pt x="9047" y="105"/>
                    <a:pt x="8866" y="1"/>
                    <a:pt x="8701" y="1"/>
                  </a:cubicBezTo>
                  <a:close/>
                </a:path>
              </a:pathLst>
            </a:custGeom>
            <a:solidFill>
              <a:srgbClr val="783F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26"/>
            <p:cNvSpPr/>
            <p:nvPr/>
          </p:nvSpPr>
          <p:spPr>
            <a:xfrm>
              <a:off x="2387499" y="2392865"/>
              <a:ext cx="139776" cy="139727"/>
            </a:xfrm>
            <a:custGeom>
              <a:avLst/>
              <a:gdLst/>
              <a:ahLst/>
              <a:cxnLst/>
              <a:rect l="l" t="t" r="r" b="b"/>
              <a:pathLst>
                <a:path w="8479" h="8476" extrusionOk="0">
                  <a:moveTo>
                    <a:pt x="1458" y="0"/>
                  </a:moveTo>
                  <a:cubicBezTo>
                    <a:pt x="1390" y="0"/>
                    <a:pt x="1322" y="27"/>
                    <a:pt x="1269" y="91"/>
                  </a:cubicBezTo>
                  <a:lnTo>
                    <a:pt x="1308" y="91"/>
                  </a:lnTo>
                  <a:cubicBezTo>
                    <a:pt x="912" y="487"/>
                    <a:pt x="635" y="962"/>
                    <a:pt x="397" y="1477"/>
                  </a:cubicBezTo>
                  <a:cubicBezTo>
                    <a:pt x="199" y="2032"/>
                    <a:pt x="80" y="2626"/>
                    <a:pt x="41" y="3260"/>
                  </a:cubicBezTo>
                  <a:cubicBezTo>
                    <a:pt x="1" y="4488"/>
                    <a:pt x="318" y="5676"/>
                    <a:pt x="912" y="6785"/>
                  </a:cubicBezTo>
                  <a:cubicBezTo>
                    <a:pt x="1613" y="7979"/>
                    <a:pt x="2909" y="8476"/>
                    <a:pt x="4254" y="8476"/>
                  </a:cubicBezTo>
                  <a:cubicBezTo>
                    <a:pt x="4962" y="8476"/>
                    <a:pt x="5683" y="8338"/>
                    <a:pt x="6339" y="8093"/>
                  </a:cubicBezTo>
                  <a:cubicBezTo>
                    <a:pt x="6854" y="7895"/>
                    <a:pt x="7329" y="7578"/>
                    <a:pt x="7725" y="7181"/>
                  </a:cubicBezTo>
                  <a:cubicBezTo>
                    <a:pt x="8082" y="6746"/>
                    <a:pt x="8478" y="6072"/>
                    <a:pt x="8201" y="5557"/>
                  </a:cubicBezTo>
                  <a:cubicBezTo>
                    <a:pt x="8138" y="5369"/>
                    <a:pt x="7976" y="5256"/>
                    <a:pt x="7813" y="5256"/>
                  </a:cubicBezTo>
                  <a:cubicBezTo>
                    <a:pt x="7770" y="5256"/>
                    <a:pt x="7727" y="5264"/>
                    <a:pt x="7686" y="5280"/>
                  </a:cubicBezTo>
                  <a:cubicBezTo>
                    <a:pt x="7369" y="5399"/>
                    <a:pt x="7052" y="5637"/>
                    <a:pt x="6814" y="5874"/>
                  </a:cubicBezTo>
                  <a:cubicBezTo>
                    <a:pt x="6656" y="5993"/>
                    <a:pt x="6497" y="6112"/>
                    <a:pt x="6339" y="6191"/>
                  </a:cubicBezTo>
                  <a:lnTo>
                    <a:pt x="6101" y="6310"/>
                  </a:lnTo>
                  <a:cubicBezTo>
                    <a:pt x="6101" y="6310"/>
                    <a:pt x="6062" y="6350"/>
                    <a:pt x="6022" y="6350"/>
                  </a:cubicBezTo>
                  <a:cubicBezTo>
                    <a:pt x="6048" y="6336"/>
                    <a:pt x="6057" y="6332"/>
                    <a:pt x="6056" y="6332"/>
                  </a:cubicBezTo>
                  <a:lnTo>
                    <a:pt x="6056" y="6332"/>
                  </a:lnTo>
                  <a:cubicBezTo>
                    <a:pt x="6053" y="6332"/>
                    <a:pt x="6009" y="6350"/>
                    <a:pt x="5982" y="6350"/>
                  </a:cubicBezTo>
                  <a:cubicBezTo>
                    <a:pt x="5824" y="6429"/>
                    <a:pt x="5666" y="6468"/>
                    <a:pt x="5467" y="6508"/>
                  </a:cubicBezTo>
                  <a:lnTo>
                    <a:pt x="5349" y="6548"/>
                  </a:lnTo>
                  <a:cubicBezTo>
                    <a:pt x="5230" y="6548"/>
                    <a:pt x="5151" y="6587"/>
                    <a:pt x="5071" y="6587"/>
                  </a:cubicBezTo>
                  <a:lnTo>
                    <a:pt x="4398" y="6587"/>
                  </a:lnTo>
                  <a:lnTo>
                    <a:pt x="4121" y="6508"/>
                  </a:lnTo>
                  <a:cubicBezTo>
                    <a:pt x="3923" y="6468"/>
                    <a:pt x="3764" y="6429"/>
                    <a:pt x="3566" y="6389"/>
                  </a:cubicBezTo>
                  <a:lnTo>
                    <a:pt x="3447" y="6350"/>
                  </a:lnTo>
                  <a:lnTo>
                    <a:pt x="3170" y="6231"/>
                  </a:lnTo>
                  <a:cubicBezTo>
                    <a:pt x="2853" y="6033"/>
                    <a:pt x="2536" y="5795"/>
                    <a:pt x="2259" y="5518"/>
                  </a:cubicBezTo>
                  <a:cubicBezTo>
                    <a:pt x="1744" y="4963"/>
                    <a:pt x="1467" y="4290"/>
                    <a:pt x="1387" y="3537"/>
                  </a:cubicBezTo>
                  <a:cubicBezTo>
                    <a:pt x="1308" y="3022"/>
                    <a:pt x="1308" y="2468"/>
                    <a:pt x="1308" y="1953"/>
                  </a:cubicBezTo>
                  <a:cubicBezTo>
                    <a:pt x="1308" y="1398"/>
                    <a:pt x="1427" y="883"/>
                    <a:pt x="1704" y="368"/>
                  </a:cubicBezTo>
                  <a:cubicBezTo>
                    <a:pt x="1820" y="195"/>
                    <a:pt x="1640" y="0"/>
                    <a:pt x="1458" y="0"/>
                  </a:cubicBezTo>
                  <a:close/>
                </a:path>
              </a:pathLst>
            </a:custGeom>
            <a:solidFill>
              <a:srgbClr val="783F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26"/>
            <p:cNvSpPr/>
            <p:nvPr/>
          </p:nvSpPr>
          <p:spPr>
            <a:xfrm>
              <a:off x="2102325" y="2326760"/>
              <a:ext cx="155899" cy="128649"/>
            </a:xfrm>
            <a:custGeom>
              <a:avLst/>
              <a:gdLst/>
              <a:ahLst/>
              <a:cxnLst/>
              <a:rect l="l" t="t" r="r" b="b"/>
              <a:pathLst>
                <a:path w="9457" h="7804" extrusionOk="0">
                  <a:moveTo>
                    <a:pt x="4526" y="0"/>
                  </a:moveTo>
                  <a:cubicBezTo>
                    <a:pt x="433" y="0"/>
                    <a:pt x="1" y="6239"/>
                    <a:pt x="2762" y="7428"/>
                  </a:cubicBezTo>
                  <a:cubicBezTo>
                    <a:pt x="3361" y="7690"/>
                    <a:pt x="3918" y="7804"/>
                    <a:pt x="4428" y="7804"/>
                  </a:cubicBezTo>
                  <a:cubicBezTo>
                    <a:pt x="6316" y="7804"/>
                    <a:pt x="7560" y="6240"/>
                    <a:pt x="7872" y="4774"/>
                  </a:cubicBezTo>
                  <a:cubicBezTo>
                    <a:pt x="7872" y="4774"/>
                    <a:pt x="9457" y="417"/>
                    <a:pt x="4941" y="21"/>
                  </a:cubicBezTo>
                  <a:cubicBezTo>
                    <a:pt x="4799" y="7"/>
                    <a:pt x="4660" y="0"/>
                    <a:pt x="45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26"/>
            <p:cNvSpPr/>
            <p:nvPr/>
          </p:nvSpPr>
          <p:spPr>
            <a:xfrm>
              <a:off x="2151204" y="2372621"/>
              <a:ext cx="76326" cy="80711"/>
            </a:xfrm>
            <a:custGeom>
              <a:avLst/>
              <a:gdLst/>
              <a:ahLst/>
              <a:cxnLst/>
              <a:rect l="l" t="t" r="r" b="b"/>
              <a:pathLst>
                <a:path w="4630" h="4896" extrusionOk="0">
                  <a:moveTo>
                    <a:pt x="2114" y="1"/>
                  </a:moveTo>
                  <a:cubicBezTo>
                    <a:pt x="987" y="1"/>
                    <a:pt x="169" y="1147"/>
                    <a:pt x="75" y="2468"/>
                  </a:cubicBezTo>
                  <a:cubicBezTo>
                    <a:pt x="0" y="4064"/>
                    <a:pt x="866" y="4895"/>
                    <a:pt x="1790" y="4895"/>
                  </a:cubicBezTo>
                  <a:cubicBezTo>
                    <a:pt x="1852" y="4895"/>
                    <a:pt x="1914" y="4891"/>
                    <a:pt x="1976" y="4884"/>
                  </a:cubicBezTo>
                  <a:cubicBezTo>
                    <a:pt x="2808" y="4805"/>
                    <a:pt x="3560" y="4250"/>
                    <a:pt x="3917" y="3458"/>
                  </a:cubicBezTo>
                  <a:cubicBezTo>
                    <a:pt x="3917" y="3458"/>
                    <a:pt x="4630" y="1121"/>
                    <a:pt x="3045" y="249"/>
                  </a:cubicBezTo>
                  <a:cubicBezTo>
                    <a:pt x="2719" y="78"/>
                    <a:pt x="2406" y="1"/>
                    <a:pt x="2114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26"/>
            <p:cNvSpPr/>
            <p:nvPr/>
          </p:nvSpPr>
          <p:spPr>
            <a:xfrm>
              <a:off x="2391423" y="2373511"/>
              <a:ext cx="127709" cy="123061"/>
            </a:xfrm>
            <a:custGeom>
              <a:avLst/>
              <a:gdLst/>
              <a:ahLst/>
              <a:cxnLst/>
              <a:rect l="l" t="t" r="r" b="b"/>
              <a:pathLst>
                <a:path w="7747" h="7465" extrusionOk="0">
                  <a:moveTo>
                    <a:pt x="3613" y="1"/>
                  </a:moveTo>
                  <a:cubicBezTo>
                    <a:pt x="2692" y="1"/>
                    <a:pt x="1836" y="363"/>
                    <a:pt x="1387" y="1106"/>
                  </a:cubicBezTo>
                  <a:cubicBezTo>
                    <a:pt x="1" y="3364"/>
                    <a:pt x="238" y="5900"/>
                    <a:pt x="2694" y="7128"/>
                  </a:cubicBezTo>
                  <a:cubicBezTo>
                    <a:pt x="3159" y="7363"/>
                    <a:pt x="3598" y="7465"/>
                    <a:pt x="4007" y="7465"/>
                  </a:cubicBezTo>
                  <a:cubicBezTo>
                    <a:pt x="5726" y="7465"/>
                    <a:pt x="6907" y="5673"/>
                    <a:pt x="7131" y="4553"/>
                  </a:cubicBezTo>
                  <a:cubicBezTo>
                    <a:pt x="7747" y="1579"/>
                    <a:pt x="5537" y="1"/>
                    <a:pt x="361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26"/>
            <p:cNvSpPr/>
            <p:nvPr/>
          </p:nvSpPr>
          <p:spPr>
            <a:xfrm>
              <a:off x="2414931" y="2416224"/>
              <a:ext cx="60104" cy="73490"/>
            </a:xfrm>
            <a:custGeom>
              <a:avLst/>
              <a:gdLst/>
              <a:ahLst/>
              <a:cxnLst/>
              <a:rect l="l" t="t" r="r" b="b"/>
              <a:pathLst>
                <a:path w="3646" h="4458" extrusionOk="0">
                  <a:moveTo>
                    <a:pt x="1954" y="0"/>
                  </a:moveTo>
                  <a:cubicBezTo>
                    <a:pt x="1682" y="0"/>
                    <a:pt x="1406" y="69"/>
                    <a:pt x="1149" y="219"/>
                  </a:cubicBezTo>
                  <a:cubicBezTo>
                    <a:pt x="714" y="496"/>
                    <a:pt x="357" y="932"/>
                    <a:pt x="199" y="1407"/>
                  </a:cubicBezTo>
                  <a:cubicBezTo>
                    <a:pt x="40" y="1843"/>
                    <a:pt x="1" y="2279"/>
                    <a:pt x="80" y="2714"/>
                  </a:cubicBezTo>
                  <a:cubicBezTo>
                    <a:pt x="120" y="3150"/>
                    <a:pt x="318" y="3546"/>
                    <a:pt x="635" y="3863"/>
                  </a:cubicBezTo>
                  <a:cubicBezTo>
                    <a:pt x="951" y="4259"/>
                    <a:pt x="1466" y="4457"/>
                    <a:pt x="1981" y="4457"/>
                  </a:cubicBezTo>
                  <a:cubicBezTo>
                    <a:pt x="2496" y="4378"/>
                    <a:pt x="2972" y="4022"/>
                    <a:pt x="3249" y="3586"/>
                  </a:cubicBezTo>
                  <a:cubicBezTo>
                    <a:pt x="3487" y="3110"/>
                    <a:pt x="3605" y="2595"/>
                    <a:pt x="3645" y="2081"/>
                  </a:cubicBezTo>
                  <a:cubicBezTo>
                    <a:pt x="3645" y="1803"/>
                    <a:pt x="3645" y="1566"/>
                    <a:pt x="3605" y="1288"/>
                  </a:cubicBezTo>
                  <a:cubicBezTo>
                    <a:pt x="3403" y="507"/>
                    <a:pt x="2693" y="0"/>
                    <a:pt x="1954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26"/>
            <p:cNvSpPr/>
            <p:nvPr/>
          </p:nvSpPr>
          <p:spPr>
            <a:xfrm>
              <a:off x="2158951" y="2558918"/>
              <a:ext cx="188737" cy="102784"/>
            </a:xfrm>
            <a:custGeom>
              <a:avLst/>
              <a:gdLst/>
              <a:ahLst/>
              <a:cxnLst/>
              <a:rect l="l" t="t" r="r" b="b"/>
              <a:pathLst>
                <a:path w="11449" h="6235" extrusionOk="0">
                  <a:moveTo>
                    <a:pt x="674" y="0"/>
                  </a:moveTo>
                  <a:cubicBezTo>
                    <a:pt x="1" y="0"/>
                    <a:pt x="40" y="951"/>
                    <a:pt x="674" y="991"/>
                  </a:cubicBezTo>
                  <a:lnTo>
                    <a:pt x="674" y="1030"/>
                  </a:lnTo>
                  <a:cubicBezTo>
                    <a:pt x="2615" y="1268"/>
                    <a:pt x="4477" y="1902"/>
                    <a:pt x="6180" y="2892"/>
                  </a:cubicBezTo>
                  <a:cubicBezTo>
                    <a:pt x="7012" y="3328"/>
                    <a:pt x="7804" y="3843"/>
                    <a:pt x="8517" y="4437"/>
                  </a:cubicBezTo>
                  <a:cubicBezTo>
                    <a:pt x="8913" y="4754"/>
                    <a:pt x="9270" y="5071"/>
                    <a:pt x="9626" y="5388"/>
                  </a:cubicBezTo>
                  <a:cubicBezTo>
                    <a:pt x="9983" y="5704"/>
                    <a:pt x="10379" y="6140"/>
                    <a:pt x="10854" y="6219"/>
                  </a:cubicBezTo>
                  <a:cubicBezTo>
                    <a:pt x="10896" y="6230"/>
                    <a:pt x="10938" y="6235"/>
                    <a:pt x="10978" y="6235"/>
                  </a:cubicBezTo>
                  <a:cubicBezTo>
                    <a:pt x="11240" y="6235"/>
                    <a:pt x="11449" y="6024"/>
                    <a:pt x="11449" y="5784"/>
                  </a:cubicBezTo>
                  <a:cubicBezTo>
                    <a:pt x="11409" y="5229"/>
                    <a:pt x="11132" y="4754"/>
                    <a:pt x="10736" y="4397"/>
                  </a:cubicBezTo>
                  <a:cubicBezTo>
                    <a:pt x="10379" y="4001"/>
                    <a:pt x="9983" y="3605"/>
                    <a:pt x="9547" y="3288"/>
                  </a:cubicBezTo>
                  <a:cubicBezTo>
                    <a:pt x="8715" y="2615"/>
                    <a:pt x="7844" y="2020"/>
                    <a:pt x="6893" y="1505"/>
                  </a:cubicBezTo>
                  <a:cubicBezTo>
                    <a:pt x="4952" y="555"/>
                    <a:pt x="2813" y="40"/>
                    <a:pt x="674" y="0"/>
                  </a:cubicBezTo>
                  <a:close/>
                </a:path>
              </a:pathLst>
            </a:custGeom>
            <a:solidFill>
              <a:srgbClr val="783F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26"/>
            <p:cNvSpPr/>
            <p:nvPr/>
          </p:nvSpPr>
          <p:spPr>
            <a:xfrm>
              <a:off x="1907539" y="2198226"/>
              <a:ext cx="42910" cy="315457"/>
            </a:xfrm>
            <a:custGeom>
              <a:avLst/>
              <a:gdLst/>
              <a:ahLst/>
              <a:cxnLst/>
              <a:rect l="l" t="t" r="r" b="b"/>
              <a:pathLst>
                <a:path w="2603" h="19136" extrusionOk="0">
                  <a:moveTo>
                    <a:pt x="2232" y="1"/>
                  </a:moveTo>
                  <a:cubicBezTo>
                    <a:pt x="2140" y="1"/>
                    <a:pt x="2048" y="41"/>
                    <a:pt x="1981" y="133"/>
                  </a:cubicBezTo>
                  <a:lnTo>
                    <a:pt x="2021" y="133"/>
                  </a:lnTo>
                  <a:cubicBezTo>
                    <a:pt x="1229" y="1559"/>
                    <a:pt x="714" y="3104"/>
                    <a:pt x="476" y="4688"/>
                  </a:cubicBezTo>
                  <a:cubicBezTo>
                    <a:pt x="159" y="6273"/>
                    <a:pt x="1" y="7857"/>
                    <a:pt x="40" y="9442"/>
                  </a:cubicBezTo>
                  <a:cubicBezTo>
                    <a:pt x="40" y="11066"/>
                    <a:pt x="199" y="12730"/>
                    <a:pt x="357" y="14354"/>
                  </a:cubicBezTo>
                  <a:cubicBezTo>
                    <a:pt x="437" y="15106"/>
                    <a:pt x="516" y="15859"/>
                    <a:pt x="674" y="16612"/>
                  </a:cubicBezTo>
                  <a:cubicBezTo>
                    <a:pt x="754" y="17404"/>
                    <a:pt x="912" y="18236"/>
                    <a:pt x="1229" y="18988"/>
                  </a:cubicBezTo>
                  <a:cubicBezTo>
                    <a:pt x="1274" y="19093"/>
                    <a:pt x="1352" y="19135"/>
                    <a:pt x="1432" y="19135"/>
                  </a:cubicBezTo>
                  <a:cubicBezTo>
                    <a:pt x="1565" y="19135"/>
                    <a:pt x="1704" y="19018"/>
                    <a:pt x="1704" y="18870"/>
                  </a:cubicBezTo>
                  <a:cubicBezTo>
                    <a:pt x="1665" y="18117"/>
                    <a:pt x="1506" y="17364"/>
                    <a:pt x="1348" y="16651"/>
                  </a:cubicBezTo>
                  <a:cubicBezTo>
                    <a:pt x="1189" y="15859"/>
                    <a:pt x="1070" y="15146"/>
                    <a:pt x="952" y="14354"/>
                  </a:cubicBezTo>
                  <a:cubicBezTo>
                    <a:pt x="754" y="12769"/>
                    <a:pt x="674" y="11145"/>
                    <a:pt x="754" y="9561"/>
                  </a:cubicBezTo>
                  <a:cubicBezTo>
                    <a:pt x="793" y="8016"/>
                    <a:pt x="991" y="6471"/>
                    <a:pt x="1268" y="4926"/>
                  </a:cubicBezTo>
                  <a:cubicBezTo>
                    <a:pt x="1585" y="3381"/>
                    <a:pt x="2140" y="1916"/>
                    <a:pt x="2576" y="371"/>
                  </a:cubicBezTo>
                  <a:cubicBezTo>
                    <a:pt x="2602" y="159"/>
                    <a:pt x="2417" y="1"/>
                    <a:pt x="22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26"/>
            <p:cNvSpPr/>
            <p:nvPr/>
          </p:nvSpPr>
          <p:spPr>
            <a:xfrm>
              <a:off x="2658694" y="2335826"/>
              <a:ext cx="79491" cy="311039"/>
            </a:xfrm>
            <a:custGeom>
              <a:avLst/>
              <a:gdLst/>
              <a:ahLst/>
              <a:cxnLst/>
              <a:rect l="l" t="t" r="r" b="b"/>
              <a:pathLst>
                <a:path w="4822" h="18868" extrusionOk="0">
                  <a:moveTo>
                    <a:pt x="4082" y="0"/>
                  </a:moveTo>
                  <a:cubicBezTo>
                    <a:pt x="3962" y="0"/>
                    <a:pt x="3851" y="70"/>
                    <a:pt x="3832" y="223"/>
                  </a:cubicBezTo>
                  <a:lnTo>
                    <a:pt x="3832" y="263"/>
                  </a:lnTo>
                  <a:cubicBezTo>
                    <a:pt x="3752" y="1016"/>
                    <a:pt x="3752" y="1768"/>
                    <a:pt x="3792" y="2561"/>
                  </a:cubicBezTo>
                  <a:lnTo>
                    <a:pt x="3792" y="4858"/>
                  </a:lnTo>
                  <a:cubicBezTo>
                    <a:pt x="3713" y="6482"/>
                    <a:pt x="3475" y="8106"/>
                    <a:pt x="3079" y="9691"/>
                  </a:cubicBezTo>
                  <a:cubicBezTo>
                    <a:pt x="2762" y="11196"/>
                    <a:pt x="2366" y="12662"/>
                    <a:pt x="1891" y="14127"/>
                  </a:cubicBezTo>
                  <a:cubicBezTo>
                    <a:pt x="1613" y="14959"/>
                    <a:pt x="1296" y="15752"/>
                    <a:pt x="940" y="16544"/>
                  </a:cubicBezTo>
                  <a:cubicBezTo>
                    <a:pt x="663" y="17217"/>
                    <a:pt x="148" y="17891"/>
                    <a:pt x="29" y="18643"/>
                  </a:cubicBezTo>
                  <a:cubicBezTo>
                    <a:pt x="1" y="18755"/>
                    <a:pt x="111" y="18867"/>
                    <a:pt x="235" y="18867"/>
                  </a:cubicBezTo>
                  <a:cubicBezTo>
                    <a:pt x="286" y="18867"/>
                    <a:pt x="339" y="18848"/>
                    <a:pt x="385" y="18802"/>
                  </a:cubicBezTo>
                  <a:cubicBezTo>
                    <a:pt x="900" y="18287"/>
                    <a:pt x="1177" y="17415"/>
                    <a:pt x="1494" y="16742"/>
                  </a:cubicBezTo>
                  <a:cubicBezTo>
                    <a:pt x="1772" y="16068"/>
                    <a:pt x="2089" y="15316"/>
                    <a:pt x="2326" y="14603"/>
                  </a:cubicBezTo>
                  <a:cubicBezTo>
                    <a:pt x="2920" y="13058"/>
                    <a:pt x="3396" y="11473"/>
                    <a:pt x="3752" y="9849"/>
                  </a:cubicBezTo>
                  <a:cubicBezTo>
                    <a:pt x="4069" y="8304"/>
                    <a:pt x="4267" y="6720"/>
                    <a:pt x="4386" y="5175"/>
                  </a:cubicBezTo>
                  <a:cubicBezTo>
                    <a:pt x="4545" y="3590"/>
                    <a:pt x="4822" y="1768"/>
                    <a:pt x="4386" y="223"/>
                  </a:cubicBezTo>
                  <a:cubicBezTo>
                    <a:pt x="4345" y="80"/>
                    <a:pt x="4209" y="0"/>
                    <a:pt x="40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26"/>
            <p:cNvSpPr/>
            <p:nvPr/>
          </p:nvSpPr>
          <p:spPr>
            <a:xfrm>
              <a:off x="1880767" y="3220527"/>
              <a:ext cx="517200" cy="282569"/>
            </a:xfrm>
            <a:custGeom>
              <a:avLst/>
              <a:gdLst/>
              <a:ahLst/>
              <a:cxnLst/>
              <a:rect l="l" t="t" r="r" b="b"/>
              <a:pathLst>
                <a:path w="31374" h="17141" extrusionOk="0">
                  <a:moveTo>
                    <a:pt x="6237" y="0"/>
                  </a:moveTo>
                  <a:cubicBezTo>
                    <a:pt x="5478" y="0"/>
                    <a:pt x="4758" y="125"/>
                    <a:pt x="4160" y="429"/>
                  </a:cubicBezTo>
                  <a:cubicBezTo>
                    <a:pt x="1863" y="1618"/>
                    <a:pt x="1" y="5064"/>
                    <a:pt x="1704" y="7520"/>
                  </a:cubicBezTo>
                  <a:cubicBezTo>
                    <a:pt x="3407" y="10016"/>
                    <a:pt x="11884" y="13541"/>
                    <a:pt x="14935" y="14492"/>
                  </a:cubicBezTo>
                  <a:cubicBezTo>
                    <a:pt x="17796" y="15409"/>
                    <a:pt x="22932" y="17141"/>
                    <a:pt x="25721" y="17141"/>
                  </a:cubicBezTo>
                  <a:cubicBezTo>
                    <a:pt x="25944" y="17141"/>
                    <a:pt x="26152" y="17130"/>
                    <a:pt x="26343" y="17106"/>
                  </a:cubicBezTo>
                  <a:cubicBezTo>
                    <a:pt x="28878" y="16829"/>
                    <a:pt x="30740" y="15007"/>
                    <a:pt x="31057" y="12947"/>
                  </a:cubicBezTo>
                  <a:cubicBezTo>
                    <a:pt x="31374" y="10847"/>
                    <a:pt x="29710" y="8590"/>
                    <a:pt x="29710" y="8590"/>
                  </a:cubicBezTo>
                  <a:cubicBezTo>
                    <a:pt x="29710" y="8590"/>
                    <a:pt x="23649" y="7401"/>
                    <a:pt x="20480" y="6411"/>
                  </a:cubicBezTo>
                  <a:cubicBezTo>
                    <a:pt x="17351" y="5421"/>
                    <a:pt x="13073" y="2885"/>
                    <a:pt x="11884" y="1855"/>
                  </a:cubicBezTo>
                  <a:cubicBezTo>
                    <a:pt x="11000" y="1059"/>
                    <a:pt x="8448" y="0"/>
                    <a:pt x="6237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26"/>
            <p:cNvSpPr/>
            <p:nvPr/>
          </p:nvSpPr>
          <p:spPr>
            <a:xfrm>
              <a:off x="1995651" y="3257486"/>
              <a:ext cx="84304" cy="72122"/>
            </a:xfrm>
            <a:custGeom>
              <a:avLst/>
              <a:gdLst/>
              <a:ahLst/>
              <a:cxnLst/>
              <a:rect l="l" t="t" r="r" b="b"/>
              <a:pathLst>
                <a:path w="5114" h="4375" extrusionOk="0">
                  <a:moveTo>
                    <a:pt x="1984" y="1"/>
                  </a:moveTo>
                  <a:cubicBezTo>
                    <a:pt x="296" y="1"/>
                    <a:pt x="0" y="1955"/>
                    <a:pt x="954" y="3099"/>
                  </a:cubicBezTo>
                  <a:cubicBezTo>
                    <a:pt x="1430" y="3773"/>
                    <a:pt x="2222" y="4248"/>
                    <a:pt x="3054" y="4367"/>
                  </a:cubicBezTo>
                  <a:cubicBezTo>
                    <a:pt x="3109" y="4372"/>
                    <a:pt x="3164" y="4374"/>
                    <a:pt x="3219" y="4374"/>
                  </a:cubicBezTo>
                  <a:cubicBezTo>
                    <a:pt x="4023" y="4374"/>
                    <a:pt x="4730" y="3836"/>
                    <a:pt x="4915" y="3020"/>
                  </a:cubicBezTo>
                  <a:cubicBezTo>
                    <a:pt x="5114" y="1753"/>
                    <a:pt x="3410" y="128"/>
                    <a:pt x="2182" y="10"/>
                  </a:cubicBezTo>
                  <a:cubicBezTo>
                    <a:pt x="2114" y="4"/>
                    <a:pt x="2048" y="1"/>
                    <a:pt x="198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26"/>
            <p:cNvSpPr/>
            <p:nvPr/>
          </p:nvSpPr>
          <p:spPr>
            <a:xfrm>
              <a:off x="2243190" y="3346456"/>
              <a:ext cx="94706" cy="62379"/>
            </a:xfrm>
            <a:custGeom>
              <a:avLst/>
              <a:gdLst/>
              <a:ahLst/>
              <a:cxnLst/>
              <a:rect l="l" t="t" r="r" b="b"/>
              <a:pathLst>
                <a:path w="5745" h="3784" extrusionOk="0">
                  <a:moveTo>
                    <a:pt x="2650" y="0"/>
                  </a:moveTo>
                  <a:cubicBezTo>
                    <a:pt x="2315" y="0"/>
                    <a:pt x="2002" y="51"/>
                    <a:pt x="1744" y="158"/>
                  </a:cubicBezTo>
                  <a:cubicBezTo>
                    <a:pt x="1" y="871"/>
                    <a:pt x="674" y="2852"/>
                    <a:pt x="2060" y="3446"/>
                  </a:cubicBezTo>
                  <a:cubicBezTo>
                    <a:pt x="2492" y="3673"/>
                    <a:pt x="2963" y="3783"/>
                    <a:pt x="3436" y="3783"/>
                  </a:cubicBezTo>
                  <a:cubicBezTo>
                    <a:pt x="3787" y="3783"/>
                    <a:pt x="4139" y="3723"/>
                    <a:pt x="4477" y="3605"/>
                  </a:cubicBezTo>
                  <a:cubicBezTo>
                    <a:pt x="5269" y="3288"/>
                    <a:pt x="5744" y="2416"/>
                    <a:pt x="5546" y="1584"/>
                  </a:cubicBezTo>
                  <a:cubicBezTo>
                    <a:pt x="5209" y="602"/>
                    <a:pt x="3801" y="0"/>
                    <a:pt x="265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26"/>
            <p:cNvSpPr/>
            <p:nvPr/>
          </p:nvSpPr>
          <p:spPr>
            <a:xfrm>
              <a:off x="1906236" y="3228605"/>
              <a:ext cx="493033" cy="212805"/>
            </a:xfrm>
            <a:custGeom>
              <a:avLst/>
              <a:gdLst/>
              <a:ahLst/>
              <a:cxnLst/>
              <a:rect l="l" t="t" r="r" b="b"/>
              <a:pathLst>
                <a:path w="29908" h="12909" extrusionOk="0">
                  <a:moveTo>
                    <a:pt x="1424" y="0"/>
                  </a:moveTo>
                  <a:cubicBezTo>
                    <a:pt x="1356" y="0"/>
                    <a:pt x="1286" y="29"/>
                    <a:pt x="1229" y="98"/>
                  </a:cubicBezTo>
                  <a:lnTo>
                    <a:pt x="1229" y="137"/>
                  </a:lnTo>
                  <a:cubicBezTo>
                    <a:pt x="1" y="2158"/>
                    <a:pt x="2060" y="4059"/>
                    <a:pt x="3526" y="5247"/>
                  </a:cubicBezTo>
                  <a:cubicBezTo>
                    <a:pt x="5269" y="6753"/>
                    <a:pt x="7170" y="8020"/>
                    <a:pt x="9270" y="9011"/>
                  </a:cubicBezTo>
                  <a:cubicBezTo>
                    <a:pt x="11409" y="9922"/>
                    <a:pt x="13627" y="10674"/>
                    <a:pt x="15885" y="11269"/>
                  </a:cubicBezTo>
                  <a:cubicBezTo>
                    <a:pt x="18341" y="11982"/>
                    <a:pt x="20876" y="12497"/>
                    <a:pt x="23451" y="12813"/>
                  </a:cubicBezTo>
                  <a:cubicBezTo>
                    <a:pt x="24022" y="12877"/>
                    <a:pt x="24592" y="12909"/>
                    <a:pt x="25162" y="12909"/>
                  </a:cubicBezTo>
                  <a:cubicBezTo>
                    <a:pt x="26018" y="12909"/>
                    <a:pt x="26874" y="12837"/>
                    <a:pt x="27729" y="12695"/>
                  </a:cubicBezTo>
                  <a:cubicBezTo>
                    <a:pt x="28640" y="12497"/>
                    <a:pt x="29710" y="12021"/>
                    <a:pt x="29908" y="10991"/>
                  </a:cubicBezTo>
                  <a:cubicBezTo>
                    <a:pt x="29908" y="10808"/>
                    <a:pt x="29770" y="10677"/>
                    <a:pt x="29620" y="10677"/>
                  </a:cubicBezTo>
                  <a:cubicBezTo>
                    <a:pt x="29542" y="10677"/>
                    <a:pt x="29461" y="10712"/>
                    <a:pt x="29393" y="10793"/>
                  </a:cubicBezTo>
                  <a:cubicBezTo>
                    <a:pt x="28543" y="11883"/>
                    <a:pt x="27033" y="12117"/>
                    <a:pt x="25593" y="12117"/>
                  </a:cubicBezTo>
                  <a:cubicBezTo>
                    <a:pt x="24886" y="12117"/>
                    <a:pt x="24196" y="12060"/>
                    <a:pt x="23610" y="12021"/>
                  </a:cubicBezTo>
                  <a:cubicBezTo>
                    <a:pt x="21273" y="11784"/>
                    <a:pt x="18975" y="11348"/>
                    <a:pt x="16757" y="10714"/>
                  </a:cubicBezTo>
                  <a:cubicBezTo>
                    <a:pt x="12835" y="9724"/>
                    <a:pt x="9072" y="8218"/>
                    <a:pt x="5626" y="6159"/>
                  </a:cubicBezTo>
                  <a:cubicBezTo>
                    <a:pt x="4635" y="5525"/>
                    <a:pt x="3685" y="4812"/>
                    <a:pt x="2853" y="3980"/>
                  </a:cubicBezTo>
                  <a:cubicBezTo>
                    <a:pt x="1942" y="3069"/>
                    <a:pt x="991" y="1722"/>
                    <a:pt x="1664" y="375"/>
                  </a:cubicBezTo>
                  <a:cubicBezTo>
                    <a:pt x="1749" y="178"/>
                    <a:pt x="1593" y="0"/>
                    <a:pt x="1424" y="0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26"/>
            <p:cNvSpPr/>
            <p:nvPr/>
          </p:nvSpPr>
          <p:spPr>
            <a:xfrm>
              <a:off x="2060750" y="3288511"/>
              <a:ext cx="77430" cy="77710"/>
            </a:xfrm>
            <a:custGeom>
              <a:avLst/>
              <a:gdLst/>
              <a:ahLst/>
              <a:cxnLst/>
              <a:rect l="l" t="t" r="r" b="b"/>
              <a:pathLst>
                <a:path w="4697" h="4714" extrusionOk="0">
                  <a:moveTo>
                    <a:pt x="4432" y="0"/>
                  </a:moveTo>
                  <a:cubicBezTo>
                    <a:pt x="4400" y="0"/>
                    <a:pt x="4367" y="9"/>
                    <a:pt x="4334" y="29"/>
                  </a:cubicBezTo>
                  <a:cubicBezTo>
                    <a:pt x="3422" y="504"/>
                    <a:pt x="2591" y="1178"/>
                    <a:pt x="1917" y="2010"/>
                  </a:cubicBezTo>
                  <a:cubicBezTo>
                    <a:pt x="1719" y="2208"/>
                    <a:pt x="1561" y="2406"/>
                    <a:pt x="1402" y="2604"/>
                  </a:cubicBezTo>
                  <a:cubicBezTo>
                    <a:pt x="1244" y="2802"/>
                    <a:pt x="1125" y="3000"/>
                    <a:pt x="1006" y="3238"/>
                  </a:cubicBezTo>
                  <a:cubicBezTo>
                    <a:pt x="927" y="3356"/>
                    <a:pt x="848" y="3475"/>
                    <a:pt x="768" y="3594"/>
                  </a:cubicBezTo>
                  <a:cubicBezTo>
                    <a:pt x="650" y="3713"/>
                    <a:pt x="610" y="3832"/>
                    <a:pt x="531" y="3951"/>
                  </a:cubicBezTo>
                  <a:cubicBezTo>
                    <a:pt x="333" y="4149"/>
                    <a:pt x="214" y="4347"/>
                    <a:pt x="55" y="4584"/>
                  </a:cubicBezTo>
                  <a:cubicBezTo>
                    <a:pt x="0" y="4640"/>
                    <a:pt x="60" y="4714"/>
                    <a:pt x="129" y="4714"/>
                  </a:cubicBezTo>
                  <a:cubicBezTo>
                    <a:pt x="158" y="4714"/>
                    <a:pt x="190" y="4700"/>
                    <a:pt x="214" y="4664"/>
                  </a:cubicBezTo>
                  <a:cubicBezTo>
                    <a:pt x="372" y="4505"/>
                    <a:pt x="531" y="4307"/>
                    <a:pt x="650" y="4109"/>
                  </a:cubicBezTo>
                  <a:cubicBezTo>
                    <a:pt x="729" y="3990"/>
                    <a:pt x="808" y="3911"/>
                    <a:pt x="927" y="3792"/>
                  </a:cubicBezTo>
                  <a:cubicBezTo>
                    <a:pt x="1006" y="3673"/>
                    <a:pt x="1125" y="3554"/>
                    <a:pt x="1204" y="3436"/>
                  </a:cubicBezTo>
                  <a:cubicBezTo>
                    <a:pt x="1402" y="3317"/>
                    <a:pt x="1561" y="3119"/>
                    <a:pt x="1719" y="2960"/>
                  </a:cubicBezTo>
                  <a:cubicBezTo>
                    <a:pt x="1878" y="2762"/>
                    <a:pt x="2076" y="2564"/>
                    <a:pt x="2234" y="2366"/>
                  </a:cubicBezTo>
                  <a:cubicBezTo>
                    <a:pt x="2947" y="1613"/>
                    <a:pt x="3700" y="940"/>
                    <a:pt x="4532" y="346"/>
                  </a:cubicBezTo>
                  <a:cubicBezTo>
                    <a:pt x="4696" y="214"/>
                    <a:pt x="4587" y="0"/>
                    <a:pt x="4432" y="0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26"/>
            <p:cNvSpPr/>
            <p:nvPr/>
          </p:nvSpPr>
          <p:spPr>
            <a:xfrm>
              <a:off x="2207928" y="3322932"/>
              <a:ext cx="37240" cy="104746"/>
            </a:xfrm>
            <a:custGeom>
              <a:avLst/>
              <a:gdLst/>
              <a:ahLst/>
              <a:cxnLst/>
              <a:rect l="l" t="t" r="r" b="b"/>
              <a:pathLst>
                <a:path w="2259" h="6354" extrusionOk="0">
                  <a:moveTo>
                    <a:pt x="199" y="1"/>
                  </a:moveTo>
                  <a:cubicBezTo>
                    <a:pt x="159" y="40"/>
                    <a:pt x="159" y="80"/>
                    <a:pt x="119" y="80"/>
                  </a:cubicBezTo>
                  <a:cubicBezTo>
                    <a:pt x="1" y="635"/>
                    <a:pt x="40" y="1189"/>
                    <a:pt x="238" y="1704"/>
                  </a:cubicBezTo>
                  <a:cubicBezTo>
                    <a:pt x="397" y="2259"/>
                    <a:pt x="555" y="2774"/>
                    <a:pt x="714" y="3328"/>
                  </a:cubicBezTo>
                  <a:cubicBezTo>
                    <a:pt x="872" y="3883"/>
                    <a:pt x="1030" y="4437"/>
                    <a:pt x="1189" y="4992"/>
                  </a:cubicBezTo>
                  <a:lnTo>
                    <a:pt x="1427" y="5745"/>
                  </a:lnTo>
                  <a:cubicBezTo>
                    <a:pt x="1506" y="6022"/>
                    <a:pt x="1545" y="6260"/>
                    <a:pt x="1823" y="6339"/>
                  </a:cubicBezTo>
                  <a:cubicBezTo>
                    <a:pt x="1852" y="6349"/>
                    <a:pt x="1882" y="6354"/>
                    <a:pt x="1911" y="6354"/>
                  </a:cubicBezTo>
                  <a:cubicBezTo>
                    <a:pt x="1999" y="6354"/>
                    <a:pt x="2080" y="6309"/>
                    <a:pt x="2140" y="6220"/>
                  </a:cubicBezTo>
                  <a:cubicBezTo>
                    <a:pt x="2258" y="6022"/>
                    <a:pt x="2258" y="5745"/>
                    <a:pt x="2100" y="5547"/>
                  </a:cubicBezTo>
                  <a:cubicBezTo>
                    <a:pt x="2021" y="5309"/>
                    <a:pt x="1942" y="5071"/>
                    <a:pt x="1823" y="4794"/>
                  </a:cubicBezTo>
                  <a:cubicBezTo>
                    <a:pt x="1664" y="4279"/>
                    <a:pt x="1466" y="3724"/>
                    <a:pt x="1268" y="3209"/>
                  </a:cubicBezTo>
                  <a:cubicBezTo>
                    <a:pt x="1070" y="2694"/>
                    <a:pt x="951" y="2179"/>
                    <a:pt x="872" y="1665"/>
                  </a:cubicBezTo>
                  <a:cubicBezTo>
                    <a:pt x="832" y="1150"/>
                    <a:pt x="753" y="635"/>
                    <a:pt x="595" y="159"/>
                  </a:cubicBezTo>
                  <a:lnTo>
                    <a:pt x="555" y="159"/>
                  </a:lnTo>
                  <a:cubicBezTo>
                    <a:pt x="397" y="120"/>
                    <a:pt x="278" y="80"/>
                    <a:pt x="199" y="1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26"/>
            <p:cNvSpPr/>
            <p:nvPr/>
          </p:nvSpPr>
          <p:spPr>
            <a:xfrm>
              <a:off x="2212495" y="3425304"/>
              <a:ext cx="27250" cy="41971"/>
            </a:xfrm>
            <a:custGeom>
              <a:avLst/>
              <a:gdLst/>
              <a:ahLst/>
              <a:cxnLst/>
              <a:rect l="l" t="t" r="r" b="b"/>
              <a:pathLst>
                <a:path w="1653" h="2546" extrusionOk="0">
                  <a:moveTo>
                    <a:pt x="1510" y="0"/>
                  </a:moveTo>
                  <a:cubicBezTo>
                    <a:pt x="1480" y="0"/>
                    <a:pt x="1450" y="15"/>
                    <a:pt x="1427" y="50"/>
                  </a:cubicBezTo>
                  <a:lnTo>
                    <a:pt x="1387" y="50"/>
                  </a:lnTo>
                  <a:cubicBezTo>
                    <a:pt x="1348" y="168"/>
                    <a:pt x="1268" y="248"/>
                    <a:pt x="1189" y="366"/>
                  </a:cubicBezTo>
                  <a:cubicBezTo>
                    <a:pt x="1110" y="446"/>
                    <a:pt x="991" y="525"/>
                    <a:pt x="952" y="604"/>
                  </a:cubicBezTo>
                  <a:cubicBezTo>
                    <a:pt x="793" y="802"/>
                    <a:pt x="674" y="1000"/>
                    <a:pt x="555" y="1198"/>
                  </a:cubicBezTo>
                  <a:cubicBezTo>
                    <a:pt x="397" y="1396"/>
                    <a:pt x="278" y="1594"/>
                    <a:pt x="199" y="1793"/>
                  </a:cubicBezTo>
                  <a:cubicBezTo>
                    <a:pt x="80" y="1991"/>
                    <a:pt x="1" y="2228"/>
                    <a:pt x="40" y="2466"/>
                  </a:cubicBezTo>
                  <a:cubicBezTo>
                    <a:pt x="40" y="2506"/>
                    <a:pt x="80" y="2545"/>
                    <a:pt x="159" y="2545"/>
                  </a:cubicBezTo>
                  <a:cubicBezTo>
                    <a:pt x="357" y="2426"/>
                    <a:pt x="555" y="2268"/>
                    <a:pt x="635" y="2030"/>
                  </a:cubicBezTo>
                  <a:cubicBezTo>
                    <a:pt x="793" y="1832"/>
                    <a:pt x="872" y="1634"/>
                    <a:pt x="991" y="1436"/>
                  </a:cubicBezTo>
                  <a:cubicBezTo>
                    <a:pt x="1110" y="1238"/>
                    <a:pt x="1229" y="1040"/>
                    <a:pt x="1348" y="802"/>
                  </a:cubicBezTo>
                  <a:cubicBezTo>
                    <a:pt x="1387" y="723"/>
                    <a:pt x="1427" y="604"/>
                    <a:pt x="1467" y="485"/>
                  </a:cubicBezTo>
                  <a:cubicBezTo>
                    <a:pt x="1506" y="366"/>
                    <a:pt x="1546" y="248"/>
                    <a:pt x="1625" y="168"/>
                  </a:cubicBezTo>
                  <a:cubicBezTo>
                    <a:pt x="1653" y="84"/>
                    <a:pt x="1582" y="0"/>
                    <a:pt x="1510" y="0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26"/>
            <p:cNvSpPr/>
            <p:nvPr/>
          </p:nvSpPr>
          <p:spPr>
            <a:xfrm>
              <a:off x="2040111" y="3368299"/>
              <a:ext cx="25255" cy="62511"/>
            </a:xfrm>
            <a:custGeom>
              <a:avLst/>
              <a:gdLst/>
              <a:ahLst/>
              <a:cxnLst/>
              <a:rect l="l" t="t" r="r" b="b"/>
              <a:pathLst>
                <a:path w="1532" h="3792" extrusionOk="0">
                  <a:moveTo>
                    <a:pt x="1284" y="1"/>
                  </a:moveTo>
                  <a:cubicBezTo>
                    <a:pt x="1217" y="1"/>
                    <a:pt x="1151" y="31"/>
                    <a:pt x="1109" y="101"/>
                  </a:cubicBezTo>
                  <a:cubicBezTo>
                    <a:pt x="911" y="339"/>
                    <a:pt x="753" y="616"/>
                    <a:pt x="674" y="893"/>
                  </a:cubicBezTo>
                  <a:cubicBezTo>
                    <a:pt x="555" y="1170"/>
                    <a:pt x="436" y="1448"/>
                    <a:pt x="357" y="1725"/>
                  </a:cubicBezTo>
                  <a:cubicBezTo>
                    <a:pt x="277" y="2002"/>
                    <a:pt x="198" y="2280"/>
                    <a:pt x="159" y="2557"/>
                  </a:cubicBezTo>
                  <a:cubicBezTo>
                    <a:pt x="40" y="2834"/>
                    <a:pt x="0" y="3151"/>
                    <a:pt x="0" y="3468"/>
                  </a:cubicBezTo>
                  <a:cubicBezTo>
                    <a:pt x="0" y="3682"/>
                    <a:pt x="150" y="3792"/>
                    <a:pt x="307" y="3792"/>
                  </a:cubicBezTo>
                  <a:cubicBezTo>
                    <a:pt x="440" y="3792"/>
                    <a:pt x="579" y="3711"/>
                    <a:pt x="634" y="3547"/>
                  </a:cubicBezTo>
                  <a:cubicBezTo>
                    <a:pt x="674" y="3428"/>
                    <a:pt x="713" y="3270"/>
                    <a:pt x="713" y="3151"/>
                  </a:cubicBezTo>
                  <a:cubicBezTo>
                    <a:pt x="753" y="2993"/>
                    <a:pt x="792" y="2874"/>
                    <a:pt x="792" y="2715"/>
                  </a:cubicBezTo>
                  <a:cubicBezTo>
                    <a:pt x="872" y="2438"/>
                    <a:pt x="911" y="2161"/>
                    <a:pt x="990" y="1883"/>
                  </a:cubicBezTo>
                  <a:cubicBezTo>
                    <a:pt x="1149" y="1329"/>
                    <a:pt x="1347" y="814"/>
                    <a:pt x="1505" y="259"/>
                  </a:cubicBezTo>
                  <a:cubicBezTo>
                    <a:pt x="1531" y="105"/>
                    <a:pt x="1407" y="1"/>
                    <a:pt x="1284" y="1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26"/>
            <p:cNvSpPr/>
            <p:nvPr/>
          </p:nvSpPr>
          <p:spPr>
            <a:xfrm>
              <a:off x="1068419" y="2733923"/>
              <a:ext cx="1037665" cy="760470"/>
            </a:xfrm>
            <a:custGeom>
              <a:avLst/>
              <a:gdLst/>
              <a:ahLst/>
              <a:cxnLst/>
              <a:rect l="l" t="t" r="r" b="b"/>
              <a:pathLst>
                <a:path w="62946" h="46131" extrusionOk="0">
                  <a:moveTo>
                    <a:pt x="18936" y="0"/>
                  </a:moveTo>
                  <a:cubicBezTo>
                    <a:pt x="18936" y="0"/>
                    <a:pt x="9191" y="5942"/>
                    <a:pt x="6180" y="9824"/>
                  </a:cubicBezTo>
                  <a:cubicBezTo>
                    <a:pt x="3130" y="13746"/>
                    <a:pt x="1" y="18935"/>
                    <a:pt x="2932" y="23530"/>
                  </a:cubicBezTo>
                  <a:cubicBezTo>
                    <a:pt x="5824" y="28165"/>
                    <a:pt x="14697" y="32641"/>
                    <a:pt x="22342" y="34305"/>
                  </a:cubicBezTo>
                  <a:cubicBezTo>
                    <a:pt x="29988" y="36008"/>
                    <a:pt x="32998" y="36008"/>
                    <a:pt x="35375" y="36008"/>
                  </a:cubicBezTo>
                  <a:lnTo>
                    <a:pt x="40326" y="36008"/>
                  </a:lnTo>
                  <a:cubicBezTo>
                    <a:pt x="40326" y="36008"/>
                    <a:pt x="39534" y="40841"/>
                    <a:pt x="41554" y="43416"/>
                  </a:cubicBezTo>
                  <a:cubicBezTo>
                    <a:pt x="43174" y="45511"/>
                    <a:pt x="44946" y="46131"/>
                    <a:pt x="46749" y="46131"/>
                  </a:cubicBezTo>
                  <a:cubicBezTo>
                    <a:pt x="47195" y="46131"/>
                    <a:pt x="47643" y="46093"/>
                    <a:pt x="48090" y="46030"/>
                  </a:cubicBezTo>
                  <a:cubicBezTo>
                    <a:pt x="49318" y="45832"/>
                    <a:pt x="50546" y="45475"/>
                    <a:pt x="51695" y="44881"/>
                  </a:cubicBezTo>
                  <a:cubicBezTo>
                    <a:pt x="51695" y="44881"/>
                    <a:pt x="54032" y="44604"/>
                    <a:pt x="55023" y="44089"/>
                  </a:cubicBezTo>
                  <a:cubicBezTo>
                    <a:pt x="55617" y="43812"/>
                    <a:pt x="56052" y="43336"/>
                    <a:pt x="56251" y="42742"/>
                  </a:cubicBezTo>
                  <a:cubicBezTo>
                    <a:pt x="56805" y="42663"/>
                    <a:pt x="57280" y="42386"/>
                    <a:pt x="57558" y="41910"/>
                  </a:cubicBezTo>
                  <a:cubicBezTo>
                    <a:pt x="57699" y="41950"/>
                    <a:pt x="57841" y="41969"/>
                    <a:pt x="57979" y="41969"/>
                  </a:cubicBezTo>
                  <a:cubicBezTo>
                    <a:pt x="58538" y="41969"/>
                    <a:pt x="59047" y="41658"/>
                    <a:pt x="59301" y="41118"/>
                  </a:cubicBezTo>
                  <a:cubicBezTo>
                    <a:pt x="59934" y="39969"/>
                    <a:pt x="58627" y="38504"/>
                    <a:pt x="57479" y="38108"/>
                  </a:cubicBezTo>
                  <a:cubicBezTo>
                    <a:pt x="56330" y="37711"/>
                    <a:pt x="53002" y="37434"/>
                    <a:pt x="52052" y="35691"/>
                  </a:cubicBezTo>
                  <a:cubicBezTo>
                    <a:pt x="51061" y="33829"/>
                    <a:pt x="52012" y="31571"/>
                    <a:pt x="54032" y="30898"/>
                  </a:cubicBezTo>
                  <a:cubicBezTo>
                    <a:pt x="54820" y="30659"/>
                    <a:pt x="55636" y="30536"/>
                    <a:pt x="56463" y="30536"/>
                  </a:cubicBezTo>
                  <a:cubicBezTo>
                    <a:pt x="57010" y="30536"/>
                    <a:pt x="57561" y="30590"/>
                    <a:pt x="58112" y="30700"/>
                  </a:cubicBezTo>
                  <a:cubicBezTo>
                    <a:pt x="58310" y="30740"/>
                    <a:pt x="58548" y="30779"/>
                    <a:pt x="58786" y="30898"/>
                  </a:cubicBezTo>
                  <a:cubicBezTo>
                    <a:pt x="58786" y="30898"/>
                    <a:pt x="57518" y="34305"/>
                    <a:pt x="59895" y="34859"/>
                  </a:cubicBezTo>
                  <a:cubicBezTo>
                    <a:pt x="60052" y="34897"/>
                    <a:pt x="60200" y="34914"/>
                    <a:pt x="60340" y="34914"/>
                  </a:cubicBezTo>
                  <a:cubicBezTo>
                    <a:pt x="62289" y="34914"/>
                    <a:pt x="62670" y="31518"/>
                    <a:pt x="62707" y="30225"/>
                  </a:cubicBezTo>
                  <a:cubicBezTo>
                    <a:pt x="62747" y="28838"/>
                    <a:pt x="62945" y="27254"/>
                    <a:pt x="60648" y="26541"/>
                  </a:cubicBezTo>
                  <a:cubicBezTo>
                    <a:pt x="60204" y="26395"/>
                    <a:pt x="59738" y="26339"/>
                    <a:pt x="59244" y="26339"/>
                  </a:cubicBezTo>
                  <a:cubicBezTo>
                    <a:pt x="57494" y="26339"/>
                    <a:pt x="55396" y="27052"/>
                    <a:pt x="52709" y="27052"/>
                  </a:cubicBezTo>
                  <a:cubicBezTo>
                    <a:pt x="52232" y="27052"/>
                    <a:pt x="51736" y="27029"/>
                    <a:pt x="51220" y="26976"/>
                  </a:cubicBezTo>
                  <a:cubicBezTo>
                    <a:pt x="47021" y="26580"/>
                    <a:pt x="39019" y="26065"/>
                    <a:pt x="34028" y="24164"/>
                  </a:cubicBezTo>
                  <a:cubicBezTo>
                    <a:pt x="30740" y="22857"/>
                    <a:pt x="27611" y="21193"/>
                    <a:pt x="24719" y="19173"/>
                  </a:cubicBezTo>
                  <a:cubicBezTo>
                    <a:pt x="24719" y="19173"/>
                    <a:pt x="24878" y="17905"/>
                    <a:pt x="26937" y="15845"/>
                  </a:cubicBezTo>
                  <a:cubicBezTo>
                    <a:pt x="28205" y="14617"/>
                    <a:pt x="29631" y="13587"/>
                    <a:pt x="31176" y="12756"/>
                  </a:cubicBezTo>
                  <a:cubicBezTo>
                    <a:pt x="31176" y="12756"/>
                    <a:pt x="30701" y="7329"/>
                    <a:pt x="28680" y="4873"/>
                  </a:cubicBezTo>
                  <a:cubicBezTo>
                    <a:pt x="25036" y="555"/>
                    <a:pt x="18936" y="0"/>
                    <a:pt x="18936" y="0"/>
                  </a:cubicBezTo>
                  <a:close/>
                </a:path>
              </a:pathLst>
            </a:custGeom>
            <a:solidFill>
              <a:srgbClr val="B45F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26"/>
            <p:cNvSpPr/>
            <p:nvPr/>
          </p:nvSpPr>
          <p:spPr>
            <a:xfrm>
              <a:off x="2392725" y="2339387"/>
              <a:ext cx="166548" cy="83711"/>
            </a:xfrm>
            <a:custGeom>
              <a:avLst/>
              <a:gdLst/>
              <a:ahLst/>
              <a:cxnLst/>
              <a:rect l="l" t="t" r="r" b="b"/>
              <a:pathLst>
                <a:path w="10103" h="5078" extrusionOk="0">
                  <a:moveTo>
                    <a:pt x="6930" y="1"/>
                  </a:moveTo>
                  <a:cubicBezTo>
                    <a:pt x="5198" y="1"/>
                    <a:pt x="1910" y="1373"/>
                    <a:pt x="1110" y="1830"/>
                  </a:cubicBezTo>
                  <a:cubicBezTo>
                    <a:pt x="318" y="2345"/>
                    <a:pt x="1" y="2345"/>
                    <a:pt x="1" y="3097"/>
                  </a:cubicBezTo>
                  <a:cubicBezTo>
                    <a:pt x="40" y="3850"/>
                    <a:pt x="397" y="5038"/>
                    <a:pt x="674" y="5078"/>
                  </a:cubicBezTo>
                  <a:cubicBezTo>
                    <a:pt x="991" y="5078"/>
                    <a:pt x="2615" y="3176"/>
                    <a:pt x="4952" y="3097"/>
                  </a:cubicBezTo>
                  <a:cubicBezTo>
                    <a:pt x="5063" y="3092"/>
                    <a:pt x="5172" y="3089"/>
                    <a:pt x="5280" y="3089"/>
                  </a:cubicBezTo>
                  <a:cubicBezTo>
                    <a:pt x="7331" y="3089"/>
                    <a:pt x="9006" y="4030"/>
                    <a:pt x="9552" y="4030"/>
                  </a:cubicBezTo>
                  <a:cubicBezTo>
                    <a:pt x="9598" y="4030"/>
                    <a:pt x="9637" y="4023"/>
                    <a:pt x="9666" y="4008"/>
                  </a:cubicBezTo>
                  <a:cubicBezTo>
                    <a:pt x="10102" y="3850"/>
                    <a:pt x="9429" y="2226"/>
                    <a:pt x="8834" y="1394"/>
                  </a:cubicBezTo>
                  <a:cubicBezTo>
                    <a:pt x="8280" y="522"/>
                    <a:pt x="7844" y="47"/>
                    <a:pt x="7131" y="7"/>
                  </a:cubicBezTo>
                  <a:cubicBezTo>
                    <a:pt x="7067" y="3"/>
                    <a:pt x="6999" y="1"/>
                    <a:pt x="6930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26"/>
            <p:cNvSpPr/>
            <p:nvPr/>
          </p:nvSpPr>
          <p:spPr>
            <a:xfrm>
              <a:off x="2134784" y="3284357"/>
              <a:ext cx="811721" cy="616242"/>
            </a:xfrm>
            <a:custGeom>
              <a:avLst/>
              <a:gdLst/>
              <a:ahLst/>
              <a:cxnLst/>
              <a:rect l="l" t="t" r="r" b="b"/>
              <a:pathLst>
                <a:path w="49240" h="37382" extrusionOk="0">
                  <a:moveTo>
                    <a:pt x="14049" y="1"/>
                  </a:moveTo>
                  <a:cubicBezTo>
                    <a:pt x="12883" y="1"/>
                    <a:pt x="11732" y="622"/>
                    <a:pt x="11013" y="1271"/>
                  </a:cubicBezTo>
                  <a:cubicBezTo>
                    <a:pt x="9785" y="2380"/>
                    <a:pt x="8953" y="4361"/>
                    <a:pt x="10300" y="4797"/>
                  </a:cubicBezTo>
                  <a:cubicBezTo>
                    <a:pt x="10726" y="4947"/>
                    <a:pt x="11198" y="4998"/>
                    <a:pt x="11646" y="4998"/>
                  </a:cubicBezTo>
                  <a:cubicBezTo>
                    <a:pt x="12616" y="4998"/>
                    <a:pt x="13469" y="4757"/>
                    <a:pt x="13469" y="4757"/>
                  </a:cubicBezTo>
                  <a:lnTo>
                    <a:pt x="13469" y="4757"/>
                  </a:lnTo>
                  <a:cubicBezTo>
                    <a:pt x="13469" y="4757"/>
                    <a:pt x="14261" y="7451"/>
                    <a:pt x="12915" y="9590"/>
                  </a:cubicBezTo>
                  <a:cubicBezTo>
                    <a:pt x="11839" y="11298"/>
                    <a:pt x="10840" y="11920"/>
                    <a:pt x="9452" y="11920"/>
                  </a:cubicBezTo>
                  <a:cubicBezTo>
                    <a:pt x="9102" y="11920"/>
                    <a:pt x="8727" y="11880"/>
                    <a:pt x="8320" y="11808"/>
                  </a:cubicBezTo>
                  <a:cubicBezTo>
                    <a:pt x="6463" y="11517"/>
                    <a:pt x="3101" y="9988"/>
                    <a:pt x="1585" y="9988"/>
                  </a:cubicBezTo>
                  <a:cubicBezTo>
                    <a:pt x="1451" y="9988"/>
                    <a:pt x="1332" y="10000"/>
                    <a:pt x="1229" y="10026"/>
                  </a:cubicBezTo>
                  <a:cubicBezTo>
                    <a:pt x="1" y="10382"/>
                    <a:pt x="714" y="11412"/>
                    <a:pt x="1387" y="12204"/>
                  </a:cubicBezTo>
                  <a:cubicBezTo>
                    <a:pt x="1784" y="12600"/>
                    <a:pt x="2219" y="12957"/>
                    <a:pt x="2655" y="13274"/>
                  </a:cubicBezTo>
                  <a:cubicBezTo>
                    <a:pt x="2180" y="13432"/>
                    <a:pt x="1902" y="13908"/>
                    <a:pt x="1982" y="14423"/>
                  </a:cubicBezTo>
                  <a:cubicBezTo>
                    <a:pt x="2140" y="15254"/>
                    <a:pt x="3210" y="15968"/>
                    <a:pt x="3210" y="15968"/>
                  </a:cubicBezTo>
                  <a:cubicBezTo>
                    <a:pt x="3210" y="15968"/>
                    <a:pt x="3045" y="15896"/>
                    <a:pt x="2883" y="15896"/>
                  </a:cubicBezTo>
                  <a:cubicBezTo>
                    <a:pt x="2664" y="15896"/>
                    <a:pt x="2450" y="16026"/>
                    <a:pt x="2655" y="16641"/>
                  </a:cubicBezTo>
                  <a:cubicBezTo>
                    <a:pt x="2813" y="17275"/>
                    <a:pt x="3210" y="17790"/>
                    <a:pt x="3725" y="18186"/>
                  </a:cubicBezTo>
                  <a:cubicBezTo>
                    <a:pt x="3725" y="18186"/>
                    <a:pt x="2734" y="18938"/>
                    <a:pt x="3923" y="20285"/>
                  </a:cubicBezTo>
                  <a:cubicBezTo>
                    <a:pt x="5129" y="21608"/>
                    <a:pt x="8435" y="22663"/>
                    <a:pt x="10505" y="22663"/>
                  </a:cubicBezTo>
                  <a:cubicBezTo>
                    <a:pt x="10543" y="22663"/>
                    <a:pt x="10580" y="22663"/>
                    <a:pt x="10617" y="22662"/>
                  </a:cubicBezTo>
                  <a:cubicBezTo>
                    <a:pt x="12393" y="22594"/>
                    <a:pt x="14905" y="21760"/>
                    <a:pt x="15970" y="21760"/>
                  </a:cubicBezTo>
                  <a:cubicBezTo>
                    <a:pt x="16140" y="21760"/>
                    <a:pt x="16274" y="21781"/>
                    <a:pt x="16361" y="21830"/>
                  </a:cubicBezTo>
                  <a:cubicBezTo>
                    <a:pt x="16955" y="22147"/>
                    <a:pt x="29156" y="31258"/>
                    <a:pt x="33672" y="34110"/>
                  </a:cubicBezTo>
                  <a:cubicBezTo>
                    <a:pt x="36531" y="35925"/>
                    <a:pt x="39312" y="37381"/>
                    <a:pt x="41810" y="37381"/>
                  </a:cubicBezTo>
                  <a:cubicBezTo>
                    <a:pt x="43291" y="37381"/>
                    <a:pt x="44673" y="36869"/>
                    <a:pt x="45912" y="35615"/>
                  </a:cubicBezTo>
                  <a:cubicBezTo>
                    <a:pt x="49239" y="32248"/>
                    <a:pt x="49239" y="25712"/>
                    <a:pt x="49120" y="24445"/>
                  </a:cubicBezTo>
                  <a:cubicBezTo>
                    <a:pt x="49002" y="23177"/>
                    <a:pt x="44684" y="21949"/>
                    <a:pt x="44684" y="21949"/>
                  </a:cubicBezTo>
                  <a:cubicBezTo>
                    <a:pt x="44684" y="21949"/>
                    <a:pt x="22224" y="14304"/>
                    <a:pt x="20124" y="12600"/>
                  </a:cubicBezTo>
                  <a:cubicBezTo>
                    <a:pt x="17985" y="10937"/>
                    <a:pt x="18104" y="3173"/>
                    <a:pt x="16401" y="1152"/>
                  </a:cubicBezTo>
                  <a:cubicBezTo>
                    <a:pt x="15710" y="314"/>
                    <a:pt x="14876" y="1"/>
                    <a:pt x="14049" y="1"/>
                  </a:cubicBezTo>
                  <a:close/>
                </a:path>
              </a:pathLst>
            </a:custGeom>
            <a:solidFill>
              <a:srgbClr val="B45F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26"/>
            <p:cNvSpPr/>
            <p:nvPr/>
          </p:nvSpPr>
          <p:spPr>
            <a:xfrm>
              <a:off x="2460643" y="2935040"/>
              <a:ext cx="431000" cy="572062"/>
            </a:xfrm>
            <a:custGeom>
              <a:avLst/>
              <a:gdLst/>
              <a:ahLst/>
              <a:cxnLst/>
              <a:rect l="l" t="t" r="r" b="b"/>
              <a:pathLst>
                <a:path w="26145" h="34702" extrusionOk="0">
                  <a:moveTo>
                    <a:pt x="7289" y="1"/>
                  </a:moveTo>
                  <a:cubicBezTo>
                    <a:pt x="7289" y="1"/>
                    <a:pt x="4952" y="4873"/>
                    <a:pt x="2457" y="9072"/>
                  </a:cubicBezTo>
                  <a:cubicBezTo>
                    <a:pt x="1" y="13232"/>
                    <a:pt x="1" y="21431"/>
                    <a:pt x="1" y="21431"/>
                  </a:cubicBezTo>
                  <a:cubicBezTo>
                    <a:pt x="1" y="21431"/>
                    <a:pt x="1110" y="22778"/>
                    <a:pt x="3566" y="26383"/>
                  </a:cubicBezTo>
                  <a:cubicBezTo>
                    <a:pt x="5348" y="29077"/>
                    <a:pt x="7012" y="31849"/>
                    <a:pt x="8517" y="34702"/>
                  </a:cubicBezTo>
                  <a:cubicBezTo>
                    <a:pt x="11290" y="33236"/>
                    <a:pt x="14182" y="32047"/>
                    <a:pt x="17192" y="31097"/>
                  </a:cubicBezTo>
                  <a:cubicBezTo>
                    <a:pt x="20124" y="30186"/>
                    <a:pt x="23095" y="29473"/>
                    <a:pt x="26145" y="28958"/>
                  </a:cubicBezTo>
                  <a:cubicBezTo>
                    <a:pt x="26145" y="28958"/>
                    <a:pt x="25788" y="27967"/>
                    <a:pt x="25234" y="26739"/>
                  </a:cubicBezTo>
                  <a:cubicBezTo>
                    <a:pt x="22976" y="22065"/>
                    <a:pt x="20441" y="17510"/>
                    <a:pt x="17628" y="13192"/>
                  </a:cubicBezTo>
                  <a:cubicBezTo>
                    <a:pt x="14301" y="7963"/>
                    <a:pt x="7289" y="1"/>
                    <a:pt x="72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26"/>
            <p:cNvSpPr/>
            <p:nvPr/>
          </p:nvSpPr>
          <p:spPr>
            <a:xfrm>
              <a:off x="1309380" y="2520524"/>
              <a:ext cx="584459" cy="485714"/>
            </a:xfrm>
            <a:custGeom>
              <a:avLst/>
              <a:gdLst/>
              <a:ahLst/>
              <a:cxnLst/>
              <a:rect l="l" t="t" r="r" b="b"/>
              <a:pathLst>
                <a:path w="35454" h="29464" extrusionOk="0">
                  <a:moveTo>
                    <a:pt x="29338" y="0"/>
                  </a:moveTo>
                  <a:cubicBezTo>
                    <a:pt x="28549" y="0"/>
                    <a:pt x="27692" y="77"/>
                    <a:pt x="26779" y="269"/>
                  </a:cubicBezTo>
                  <a:cubicBezTo>
                    <a:pt x="22065" y="1299"/>
                    <a:pt x="13430" y="6290"/>
                    <a:pt x="9508" y="8746"/>
                  </a:cubicBezTo>
                  <a:cubicBezTo>
                    <a:pt x="5586" y="11202"/>
                    <a:pt x="1" y="15481"/>
                    <a:pt x="1" y="15481"/>
                  </a:cubicBezTo>
                  <a:cubicBezTo>
                    <a:pt x="1" y="15481"/>
                    <a:pt x="3249" y="16510"/>
                    <a:pt x="7250" y="19917"/>
                  </a:cubicBezTo>
                  <a:cubicBezTo>
                    <a:pt x="11528" y="23522"/>
                    <a:pt x="14143" y="29464"/>
                    <a:pt x="14143" y="29464"/>
                  </a:cubicBezTo>
                  <a:lnTo>
                    <a:pt x="24917" y="23641"/>
                  </a:lnTo>
                  <a:cubicBezTo>
                    <a:pt x="24917" y="23641"/>
                    <a:pt x="35454" y="4706"/>
                    <a:pt x="34701" y="1339"/>
                  </a:cubicBezTo>
                  <a:cubicBezTo>
                    <a:pt x="34701" y="1339"/>
                    <a:pt x="32616" y="0"/>
                    <a:pt x="293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26"/>
            <p:cNvSpPr/>
            <p:nvPr/>
          </p:nvSpPr>
          <p:spPr>
            <a:xfrm>
              <a:off x="1988513" y="2647080"/>
              <a:ext cx="289955" cy="338800"/>
            </a:xfrm>
            <a:custGeom>
              <a:avLst/>
              <a:gdLst/>
              <a:ahLst/>
              <a:cxnLst/>
              <a:rect l="l" t="t" r="r" b="b"/>
              <a:pathLst>
                <a:path w="17589" h="20552" extrusionOk="0">
                  <a:moveTo>
                    <a:pt x="2069" y="1"/>
                  </a:moveTo>
                  <a:cubicBezTo>
                    <a:pt x="1982" y="1"/>
                    <a:pt x="1894" y="48"/>
                    <a:pt x="1863" y="158"/>
                  </a:cubicBezTo>
                  <a:lnTo>
                    <a:pt x="1863" y="119"/>
                  </a:lnTo>
                  <a:lnTo>
                    <a:pt x="1863" y="119"/>
                  </a:lnTo>
                  <a:cubicBezTo>
                    <a:pt x="278" y="3961"/>
                    <a:pt x="357" y="8239"/>
                    <a:pt x="2061" y="12002"/>
                  </a:cubicBezTo>
                  <a:cubicBezTo>
                    <a:pt x="3764" y="15726"/>
                    <a:pt x="6933" y="18539"/>
                    <a:pt x="10855" y="19806"/>
                  </a:cubicBezTo>
                  <a:cubicBezTo>
                    <a:pt x="12128" y="20247"/>
                    <a:pt x="13537" y="20551"/>
                    <a:pt x="14923" y="20551"/>
                  </a:cubicBezTo>
                  <a:cubicBezTo>
                    <a:pt x="15780" y="20551"/>
                    <a:pt x="16628" y="20435"/>
                    <a:pt x="17430" y="20163"/>
                  </a:cubicBezTo>
                  <a:cubicBezTo>
                    <a:pt x="17589" y="20123"/>
                    <a:pt x="17549" y="19925"/>
                    <a:pt x="17391" y="19885"/>
                  </a:cubicBezTo>
                  <a:cubicBezTo>
                    <a:pt x="15489" y="19767"/>
                    <a:pt x="13627" y="19767"/>
                    <a:pt x="11766" y="19252"/>
                  </a:cubicBezTo>
                  <a:cubicBezTo>
                    <a:pt x="9944" y="18737"/>
                    <a:pt x="8240" y="17905"/>
                    <a:pt x="6735" y="16756"/>
                  </a:cubicBezTo>
                  <a:cubicBezTo>
                    <a:pt x="1783" y="12834"/>
                    <a:pt x="1" y="6140"/>
                    <a:pt x="2259" y="277"/>
                  </a:cubicBezTo>
                  <a:cubicBezTo>
                    <a:pt x="2330" y="110"/>
                    <a:pt x="2201" y="1"/>
                    <a:pt x="20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26"/>
            <p:cNvSpPr/>
            <p:nvPr/>
          </p:nvSpPr>
          <p:spPr>
            <a:xfrm>
              <a:off x="2572939" y="3383663"/>
              <a:ext cx="236428" cy="80084"/>
            </a:xfrm>
            <a:custGeom>
              <a:avLst/>
              <a:gdLst/>
              <a:ahLst/>
              <a:cxnLst/>
              <a:rect l="l" t="t" r="r" b="b"/>
              <a:pathLst>
                <a:path w="14342" h="4858" extrusionOk="0">
                  <a:moveTo>
                    <a:pt x="14144" y="1"/>
                  </a:moveTo>
                  <a:cubicBezTo>
                    <a:pt x="12955" y="40"/>
                    <a:pt x="11806" y="238"/>
                    <a:pt x="10697" y="635"/>
                  </a:cubicBezTo>
                  <a:cubicBezTo>
                    <a:pt x="9469" y="951"/>
                    <a:pt x="8202" y="1268"/>
                    <a:pt x="7013" y="1664"/>
                  </a:cubicBezTo>
                  <a:cubicBezTo>
                    <a:pt x="4637" y="2338"/>
                    <a:pt x="2379" y="3249"/>
                    <a:pt x="240" y="4437"/>
                  </a:cubicBezTo>
                  <a:cubicBezTo>
                    <a:pt x="1" y="4574"/>
                    <a:pt x="144" y="4857"/>
                    <a:pt x="365" y="4857"/>
                  </a:cubicBezTo>
                  <a:cubicBezTo>
                    <a:pt x="401" y="4857"/>
                    <a:pt x="439" y="4850"/>
                    <a:pt x="477" y="4833"/>
                  </a:cubicBezTo>
                  <a:cubicBezTo>
                    <a:pt x="4755" y="2615"/>
                    <a:pt x="9509" y="1427"/>
                    <a:pt x="14183" y="278"/>
                  </a:cubicBezTo>
                  <a:cubicBezTo>
                    <a:pt x="14342" y="238"/>
                    <a:pt x="14302" y="1"/>
                    <a:pt x="141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26"/>
            <p:cNvSpPr/>
            <p:nvPr/>
          </p:nvSpPr>
          <p:spPr>
            <a:xfrm>
              <a:off x="1457795" y="2804314"/>
              <a:ext cx="117390" cy="184616"/>
            </a:xfrm>
            <a:custGeom>
              <a:avLst/>
              <a:gdLst/>
              <a:ahLst/>
              <a:cxnLst/>
              <a:rect l="l" t="t" r="r" b="b"/>
              <a:pathLst>
                <a:path w="7121" h="11199" extrusionOk="0">
                  <a:moveTo>
                    <a:pt x="218" y="1"/>
                  </a:moveTo>
                  <a:cubicBezTo>
                    <a:pt x="110" y="1"/>
                    <a:pt x="1" y="104"/>
                    <a:pt x="69" y="207"/>
                  </a:cubicBezTo>
                  <a:cubicBezTo>
                    <a:pt x="663" y="1038"/>
                    <a:pt x="1416" y="1751"/>
                    <a:pt x="2050" y="2544"/>
                  </a:cubicBezTo>
                  <a:cubicBezTo>
                    <a:pt x="2802" y="3415"/>
                    <a:pt x="3436" y="4326"/>
                    <a:pt x="4030" y="5277"/>
                  </a:cubicBezTo>
                  <a:cubicBezTo>
                    <a:pt x="4585" y="6188"/>
                    <a:pt x="5100" y="7139"/>
                    <a:pt x="5536" y="8129"/>
                  </a:cubicBezTo>
                  <a:cubicBezTo>
                    <a:pt x="5734" y="8644"/>
                    <a:pt x="5932" y="9159"/>
                    <a:pt x="6130" y="9714"/>
                  </a:cubicBezTo>
                  <a:cubicBezTo>
                    <a:pt x="6249" y="10189"/>
                    <a:pt x="6447" y="10704"/>
                    <a:pt x="6724" y="11140"/>
                  </a:cubicBezTo>
                  <a:cubicBezTo>
                    <a:pt x="6752" y="11181"/>
                    <a:pt x="6794" y="11198"/>
                    <a:pt x="6838" y="11198"/>
                  </a:cubicBezTo>
                  <a:cubicBezTo>
                    <a:pt x="6922" y="11198"/>
                    <a:pt x="7015" y="11138"/>
                    <a:pt x="7041" y="11060"/>
                  </a:cubicBezTo>
                  <a:lnTo>
                    <a:pt x="7001" y="11060"/>
                  </a:lnTo>
                  <a:cubicBezTo>
                    <a:pt x="7120" y="10070"/>
                    <a:pt x="6526" y="8921"/>
                    <a:pt x="6130" y="8050"/>
                  </a:cubicBezTo>
                  <a:cubicBezTo>
                    <a:pt x="5694" y="6980"/>
                    <a:pt x="5179" y="5950"/>
                    <a:pt x="4585" y="4960"/>
                  </a:cubicBezTo>
                  <a:cubicBezTo>
                    <a:pt x="3991" y="4049"/>
                    <a:pt x="3357" y="3138"/>
                    <a:pt x="2684" y="2306"/>
                  </a:cubicBezTo>
                  <a:cubicBezTo>
                    <a:pt x="2010" y="1395"/>
                    <a:pt x="1178" y="642"/>
                    <a:pt x="267" y="8"/>
                  </a:cubicBezTo>
                  <a:cubicBezTo>
                    <a:pt x="251" y="3"/>
                    <a:pt x="235" y="1"/>
                    <a:pt x="21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26"/>
            <p:cNvSpPr/>
            <p:nvPr/>
          </p:nvSpPr>
          <p:spPr>
            <a:xfrm>
              <a:off x="2029660" y="3213818"/>
              <a:ext cx="11111" cy="28816"/>
            </a:xfrm>
            <a:custGeom>
              <a:avLst/>
              <a:gdLst/>
              <a:ahLst/>
              <a:cxnLst/>
              <a:rect l="l" t="t" r="r" b="b"/>
              <a:pathLst>
                <a:path w="674" h="1748" extrusionOk="0">
                  <a:moveTo>
                    <a:pt x="519" y="1"/>
                  </a:moveTo>
                  <a:cubicBezTo>
                    <a:pt x="457" y="1"/>
                    <a:pt x="392" y="64"/>
                    <a:pt x="357" y="203"/>
                  </a:cubicBezTo>
                  <a:cubicBezTo>
                    <a:pt x="238" y="757"/>
                    <a:pt x="80" y="1153"/>
                    <a:pt x="0" y="1629"/>
                  </a:cubicBezTo>
                  <a:cubicBezTo>
                    <a:pt x="159" y="1668"/>
                    <a:pt x="278" y="1708"/>
                    <a:pt x="436" y="1747"/>
                  </a:cubicBezTo>
                  <a:cubicBezTo>
                    <a:pt x="555" y="1272"/>
                    <a:pt x="634" y="757"/>
                    <a:pt x="674" y="282"/>
                  </a:cubicBezTo>
                  <a:cubicBezTo>
                    <a:pt x="674" y="104"/>
                    <a:pt x="599" y="1"/>
                    <a:pt x="519" y="1"/>
                  </a:cubicBezTo>
                  <a:close/>
                </a:path>
              </a:pathLst>
            </a:custGeom>
            <a:solidFill>
              <a:srgbClr val="6833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26"/>
            <p:cNvSpPr/>
            <p:nvPr/>
          </p:nvSpPr>
          <p:spPr>
            <a:xfrm>
              <a:off x="2475661" y="3142190"/>
              <a:ext cx="59544" cy="239527"/>
            </a:xfrm>
            <a:custGeom>
              <a:avLst/>
              <a:gdLst/>
              <a:ahLst/>
              <a:cxnLst/>
              <a:rect l="l" t="t" r="r" b="b"/>
              <a:pathLst>
                <a:path w="3612" h="14530" extrusionOk="0">
                  <a:moveTo>
                    <a:pt x="3346" y="1"/>
                  </a:moveTo>
                  <a:cubicBezTo>
                    <a:pt x="3246" y="1"/>
                    <a:pt x="3140" y="57"/>
                    <a:pt x="3090" y="190"/>
                  </a:cubicBezTo>
                  <a:cubicBezTo>
                    <a:pt x="2179" y="2963"/>
                    <a:pt x="1427" y="5855"/>
                    <a:pt x="833" y="8747"/>
                  </a:cubicBezTo>
                  <a:cubicBezTo>
                    <a:pt x="555" y="10093"/>
                    <a:pt x="357" y="11440"/>
                    <a:pt x="159" y="12827"/>
                  </a:cubicBezTo>
                  <a:cubicBezTo>
                    <a:pt x="119" y="13381"/>
                    <a:pt x="40" y="13975"/>
                    <a:pt x="1" y="14530"/>
                  </a:cubicBezTo>
                  <a:cubicBezTo>
                    <a:pt x="238" y="13381"/>
                    <a:pt x="476" y="12232"/>
                    <a:pt x="793" y="11123"/>
                  </a:cubicBezTo>
                  <a:cubicBezTo>
                    <a:pt x="1070" y="10014"/>
                    <a:pt x="2774" y="3042"/>
                    <a:pt x="3566" y="269"/>
                  </a:cubicBezTo>
                  <a:cubicBezTo>
                    <a:pt x="3612" y="109"/>
                    <a:pt x="3484" y="1"/>
                    <a:pt x="334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26"/>
            <p:cNvSpPr/>
            <p:nvPr/>
          </p:nvSpPr>
          <p:spPr>
            <a:xfrm>
              <a:off x="2634346" y="3547573"/>
              <a:ext cx="231829" cy="109065"/>
            </a:xfrm>
            <a:custGeom>
              <a:avLst/>
              <a:gdLst/>
              <a:ahLst/>
              <a:cxnLst/>
              <a:rect l="l" t="t" r="r" b="b"/>
              <a:pathLst>
                <a:path w="14063" h="6616" extrusionOk="0">
                  <a:moveTo>
                    <a:pt x="0" y="1"/>
                  </a:moveTo>
                  <a:lnTo>
                    <a:pt x="0" y="1"/>
                  </a:lnTo>
                  <a:cubicBezTo>
                    <a:pt x="119" y="317"/>
                    <a:pt x="199" y="595"/>
                    <a:pt x="278" y="912"/>
                  </a:cubicBezTo>
                  <a:cubicBezTo>
                    <a:pt x="1070" y="1228"/>
                    <a:pt x="1862" y="1585"/>
                    <a:pt x="2694" y="1862"/>
                  </a:cubicBezTo>
                  <a:cubicBezTo>
                    <a:pt x="5388" y="2892"/>
                    <a:pt x="8081" y="3962"/>
                    <a:pt x="10696" y="5111"/>
                  </a:cubicBezTo>
                  <a:cubicBezTo>
                    <a:pt x="11805" y="5586"/>
                    <a:pt x="12914" y="6220"/>
                    <a:pt x="14063" y="6616"/>
                  </a:cubicBezTo>
                  <a:cubicBezTo>
                    <a:pt x="12558" y="5229"/>
                    <a:pt x="9032" y="3407"/>
                    <a:pt x="7764" y="2892"/>
                  </a:cubicBezTo>
                  <a:cubicBezTo>
                    <a:pt x="5190" y="1862"/>
                    <a:pt x="2615" y="872"/>
                    <a:pt x="0" y="1"/>
                  </a:cubicBezTo>
                  <a:close/>
                </a:path>
              </a:pathLst>
            </a:custGeom>
            <a:solidFill>
              <a:srgbClr val="6833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26"/>
            <p:cNvSpPr/>
            <p:nvPr/>
          </p:nvSpPr>
          <p:spPr>
            <a:xfrm>
              <a:off x="1658747" y="2889591"/>
              <a:ext cx="88937" cy="72897"/>
            </a:xfrm>
            <a:custGeom>
              <a:avLst/>
              <a:gdLst/>
              <a:ahLst/>
              <a:cxnLst/>
              <a:rect l="l" t="t" r="r" b="b"/>
              <a:pathLst>
                <a:path w="5395" h="4422" extrusionOk="0">
                  <a:moveTo>
                    <a:pt x="5062" y="1"/>
                  </a:moveTo>
                  <a:cubicBezTo>
                    <a:pt x="5027" y="1"/>
                    <a:pt x="4991" y="8"/>
                    <a:pt x="4952" y="25"/>
                  </a:cubicBezTo>
                  <a:cubicBezTo>
                    <a:pt x="3368" y="817"/>
                    <a:pt x="1862" y="1807"/>
                    <a:pt x="516" y="2996"/>
                  </a:cubicBezTo>
                  <a:cubicBezTo>
                    <a:pt x="357" y="3511"/>
                    <a:pt x="159" y="3946"/>
                    <a:pt x="1" y="4422"/>
                  </a:cubicBezTo>
                  <a:cubicBezTo>
                    <a:pt x="119" y="4263"/>
                    <a:pt x="238" y="4144"/>
                    <a:pt x="357" y="4026"/>
                  </a:cubicBezTo>
                  <a:cubicBezTo>
                    <a:pt x="1862" y="2679"/>
                    <a:pt x="3486" y="1490"/>
                    <a:pt x="5190" y="421"/>
                  </a:cubicBezTo>
                  <a:cubicBezTo>
                    <a:pt x="5394" y="284"/>
                    <a:pt x="5276" y="1"/>
                    <a:pt x="506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26"/>
            <p:cNvSpPr/>
            <p:nvPr/>
          </p:nvSpPr>
          <p:spPr>
            <a:xfrm>
              <a:off x="1417126" y="3005414"/>
              <a:ext cx="63368" cy="43933"/>
            </a:xfrm>
            <a:custGeom>
              <a:avLst/>
              <a:gdLst/>
              <a:ahLst/>
              <a:cxnLst/>
              <a:rect l="l" t="t" r="r" b="b"/>
              <a:pathLst>
                <a:path w="3844" h="2665" extrusionOk="0">
                  <a:moveTo>
                    <a:pt x="296" y="1"/>
                  </a:moveTo>
                  <a:cubicBezTo>
                    <a:pt x="250" y="1"/>
                    <a:pt x="204" y="4"/>
                    <a:pt x="159" y="10"/>
                  </a:cubicBezTo>
                  <a:cubicBezTo>
                    <a:pt x="1" y="10"/>
                    <a:pt x="1" y="208"/>
                    <a:pt x="41" y="327"/>
                  </a:cubicBezTo>
                  <a:cubicBezTo>
                    <a:pt x="159" y="565"/>
                    <a:pt x="357" y="763"/>
                    <a:pt x="635" y="882"/>
                  </a:cubicBezTo>
                  <a:cubicBezTo>
                    <a:pt x="872" y="1080"/>
                    <a:pt x="1110" y="1238"/>
                    <a:pt x="1387" y="1397"/>
                  </a:cubicBezTo>
                  <a:cubicBezTo>
                    <a:pt x="1982" y="1674"/>
                    <a:pt x="2497" y="2030"/>
                    <a:pt x="3051" y="2347"/>
                  </a:cubicBezTo>
                  <a:lnTo>
                    <a:pt x="3526" y="2664"/>
                  </a:lnTo>
                  <a:cubicBezTo>
                    <a:pt x="3606" y="2387"/>
                    <a:pt x="3685" y="2149"/>
                    <a:pt x="3843" y="1912"/>
                  </a:cubicBezTo>
                  <a:lnTo>
                    <a:pt x="3447" y="1634"/>
                  </a:lnTo>
                  <a:cubicBezTo>
                    <a:pt x="2893" y="1317"/>
                    <a:pt x="2378" y="961"/>
                    <a:pt x="1823" y="644"/>
                  </a:cubicBezTo>
                  <a:cubicBezTo>
                    <a:pt x="1386" y="389"/>
                    <a:pt x="816" y="1"/>
                    <a:pt x="296" y="1"/>
                  </a:cubicBezTo>
                  <a:close/>
                </a:path>
              </a:pathLst>
            </a:custGeom>
            <a:solidFill>
              <a:srgbClr val="6833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26"/>
            <p:cNvSpPr/>
            <p:nvPr/>
          </p:nvSpPr>
          <p:spPr>
            <a:xfrm>
              <a:off x="1839637" y="3287209"/>
              <a:ext cx="176983" cy="143485"/>
            </a:xfrm>
            <a:custGeom>
              <a:avLst/>
              <a:gdLst/>
              <a:ahLst/>
              <a:cxnLst/>
              <a:rect l="l" t="t" r="r" b="b"/>
              <a:pathLst>
                <a:path w="10736" h="8704" extrusionOk="0">
                  <a:moveTo>
                    <a:pt x="1278" y="1"/>
                  </a:moveTo>
                  <a:cubicBezTo>
                    <a:pt x="1210" y="1"/>
                    <a:pt x="1115" y="75"/>
                    <a:pt x="1070" y="187"/>
                  </a:cubicBezTo>
                  <a:cubicBezTo>
                    <a:pt x="0" y="2881"/>
                    <a:pt x="1307" y="5891"/>
                    <a:pt x="3961" y="6961"/>
                  </a:cubicBezTo>
                  <a:cubicBezTo>
                    <a:pt x="5387" y="7555"/>
                    <a:pt x="6932" y="7199"/>
                    <a:pt x="8358" y="7595"/>
                  </a:cubicBezTo>
                  <a:cubicBezTo>
                    <a:pt x="9190" y="7793"/>
                    <a:pt x="9784" y="8308"/>
                    <a:pt x="10458" y="8704"/>
                  </a:cubicBezTo>
                  <a:cubicBezTo>
                    <a:pt x="10577" y="8625"/>
                    <a:pt x="10656" y="8506"/>
                    <a:pt x="10735" y="8387"/>
                  </a:cubicBezTo>
                  <a:cubicBezTo>
                    <a:pt x="10458" y="8229"/>
                    <a:pt x="10141" y="7912"/>
                    <a:pt x="9903" y="7753"/>
                  </a:cubicBezTo>
                  <a:cubicBezTo>
                    <a:pt x="9468" y="7436"/>
                    <a:pt x="8953" y="7199"/>
                    <a:pt x="8438" y="7080"/>
                  </a:cubicBezTo>
                  <a:cubicBezTo>
                    <a:pt x="7170" y="6802"/>
                    <a:pt x="5863" y="6882"/>
                    <a:pt x="4635" y="6486"/>
                  </a:cubicBezTo>
                  <a:cubicBezTo>
                    <a:pt x="1981" y="5614"/>
                    <a:pt x="515" y="2802"/>
                    <a:pt x="1347" y="148"/>
                  </a:cubicBezTo>
                  <a:cubicBezTo>
                    <a:pt x="1364" y="44"/>
                    <a:pt x="1329" y="1"/>
                    <a:pt x="1278" y="1"/>
                  </a:cubicBezTo>
                  <a:close/>
                </a:path>
              </a:pathLst>
            </a:custGeom>
            <a:solidFill>
              <a:srgbClr val="6833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26"/>
            <p:cNvSpPr/>
            <p:nvPr/>
          </p:nvSpPr>
          <p:spPr>
            <a:xfrm>
              <a:off x="1763888" y="3327778"/>
              <a:ext cx="157382" cy="154514"/>
            </a:xfrm>
            <a:custGeom>
              <a:avLst/>
              <a:gdLst/>
              <a:ahLst/>
              <a:cxnLst/>
              <a:rect l="l" t="t" r="r" b="b"/>
              <a:pathLst>
                <a:path w="9547" h="9373" extrusionOk="0">
                  <a:moveTo>
                    <a:pt x="871" y="1"/>
                  </a:moveTo>
                  <a:cubicBezTo>
                    <a:pt x="719" y="1"/>
                    <a:pt x="573" y="83"/>
                    <a:pt x="555" y="261"/>
                  </a:cubicBezTo>
                  <a:cubicBezTo>
                    <a:pt x="0" y="3351"/>
                    <a:pt x="792" y="7114"/>
                    <a:pt x="3922" y="8540"/>
                  </a:cubicBezTo>
                  <a:cubicBezTo>
                    <a:pt x="5189" y="9135"/>
                    <a:pt x="6853" y="9253"/>
                    <a:pt x="8240" y="9372"/>
                  </a:cubicBezTo>
                  <a:cubicBezTo>
                    <a:pt x="8675" y="9253"/>
                    <a:pt x="9071" y="9055"/>
                    <a:pt x="9468" y="8857"/>
                  </a:cubicBezTo>
                  <a:lnTo>
                    <a:pt x="9547" y="8857"/>
                  </a:lnTo>
                  <a:cubicBezTo>
                    <a:pt x="9230" y="8857"/>
                    <a:pt x="8913" y="8857"/>
                    <a:pt x="8596" y="8818"/>
                  </a:cubicBezTo>
                  <a:cubicBezTo>
                    <a:pt x="7249" y="8738"/>
                    <a:pt x="5902" y="8461"/>
                    <a:pt x="4635" y="8025"/>
                  </a:cubicBezTo>
                  <a:cubicBezTo>
                    <a:pt x="1505" y="6877"/>
                    <a:pt x="832" y="3312"/>
                    <a:pt x="1228" y="341"/>
                  </a:cubicBezTo>
                  <a:cubicBezTo>
                    <a:pt x="1250" y="123"/>
                    <a:pt x="1056" y="1"/>
                    <a:pt x="871" y="1"/>
                  </a:cubicBezTo>
                  <a:close/>
                </a:path>
              </a:pathLst>
            </a:custGeom>
            <a:solidFill>
              <a:srgbClr val="6833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26"/>
            <p:cNvSpPr/>
            <p:nvPr/>
          </p:nvSpPr>
          <p:spPr>
            <a:xfrm>
              <a:off x="1722082" y="3277516"/>
              <a:ext cx="22354" cy="50015"/>
            </a:xfrm>
            <a:custGeom>
              <a:avLst/>
              <a:gdLst/>
              <a:ahLst/>
              <a:cxnLst/>
              <a:rect l="l" t="t" r="r" b="b"/>
              <a:pathLst>
                <a:path w="1356" h="3034" extrusionOk="0">
                  <a:moveTo>
                    <a:pt x="1104" y="1"/>
                  </a:moveTo>
                  <a:cubicBezTo>
                    <a:pt x="1015" y="1"/>
                    <a:pt x="921" y="45"/>
                    <a:pt x="872" y="141"/>
                  </a:cubicBezTo>
                  <a:cubicBezTo>
                    <a:pt x="476" y="1092"/>
                    <a:pt x="199" y="2043"/>
                    <a:pt x="1" y="3033"/>
                  </a:cubicBezTo>
                  <a:lnTo>
                    <a:pt x="674" y="3033"/>
                  </a:lnTo>
                  <a:cubicBezTo>
                    <a:pt x="833" y="2082"/>
                    <a:pt x="1031" y="1171"/>
                    <a:pt x="1308" y="260"/>
                  </a:cubicBezTo>
                  <a:cubicBezTo>
                    <a:pt x="1355" y="95"/>
                    <a:pt x="1235" y="1"/>
                    <a:pt x="1104" y="1"/>
                  </a:cubicBezTo>
                  <a:close/>
                </a:path>
              </a:pathLst>
            </a:custGeom>
            <a:solidFill>
              <a:srgbClr val="6833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26"/>
            <p:cNvSpPr/>
            <p:nvPr/>
          </p:nvSpPr>
          <p:spPr>
            <a:xfrm>
              <a:off x="1804376" y="3316997"/>
              <a:ext cx="192644" cy="138523"/>
            </a:xfrm>
            <a:custGeom>
              <a:avLst/>
              <a:gdLst/>
              <a:ahLst/>
              <a:cxnLst/>
              <a:rect l="l" t="t" r="r" b="b"/>
              <a:pathLst>
                <a:path w="11686" h="8403" extrusionOk="0">
                  <a:moveTo>
                    <a:pt x="11607" y="7372"/>
                  </a:moveTo>
                  <a:cubicBezTo>
                    <a:pt x="11606" y="7375"/>
                    <a:pt x="11605" y="7377"/>
                    <a:pt x="11605" y="7380"/>
                  </a:cubicBezTo>
                  <a:lnTo>
                    <a:pt x="11605" y="7380"/>
                  </a:lnTo>
                  <a:cubicBezTo>
                    <a:pt x="11632" y="7377"/>
                    <a:pt x="11659" y="7375"/>
                    <a:pt x="11686" y="7372"/>
                  </a:cubicBezTo>
                  <a:close/>
                  <a:moveTo>
                    <a:pt x="360" y="1"/>
                  </a:moveTo>
                  <a:cubicBezTo>
                    <a:pt x="274" y="1"/>
                    <a:pt x="198" y="63"/>
                    <a:pt x="198" y="202"/>
                  </a:cubicBezTo>
                  <a:cubicBezTo>
                    <a:pt x="0" y="3173"/>
                    <a:pt x="1545" y="6025"/>
                    <a:pt x="4159" y="7491"/>
                  </a:cubicBezTo>
                  <a:cubicBezTo>
                    <a:pt x="5387" y="8125"/>
                    <a:pt x="6813" y="8402"/>
                    <a:pt x="8200" y="8402"/>
                  </a:cubicBezTo>
                  <a:cubicBezTo>
                    <a:pt x="8953" y="8363"/>
                    <a:pt x="9666" y="8283"/>
                    <a:pt x="10379" y="8125"/>
                  </a:cubicBezTo>
                  <a:cubicBezTo>
                    <a:pt x="10695" y="8046"/>
                    <a:pt x="11012" y="7966"/>
                    <a:pt x="11329" y="7887"/>
                  </a:cubicBezTo>
                  <a:cubicBezTo>
                    <a:pt x="11447" y="7731"/>
                    <a:pt x="11564" y="7574"/>
                    <a:pt x="11605" y="7380"/>
                  </a:cubicBezTo>
                  <a:lnTo>
                    <a:pt x="11605" y="7380"/>
                  </a:lnTo>
                  <a:cubicBezTo>
                    <a:pt x="11192" y="7422"/>
                    <a:pt x="10748" y="7496"/>
                    <a:pt x="10339" y="7570"/>
                  </a:cubicBezTo>
                  <a:cubicBezTo>
                    <a:pt x="9666" y="7729"/>
                    <a:pt x="9032" y="7768"/>
                    <a:pt x="8398" y="7768"/>
                  </a:cubicBezTo>
                  <a:cubicBezTo>
                    <a:pt x="7091" y="7768"/>
                    <a:pt x="5784" y="7451"/>
                    <a:pt x="4595" y="6897"/>
                  </a:cubicBezTo>
                  <a:cubicBezTo>
                    <a:pt x="2179" y="5550"/>
                    <a:pt x="634" y="3054"/>
                    <a:pt x="594" y="282"/>
                  </a:cubicBezTo>
                  <a:cubicBezTo>
                    <a:pt x="594" y="104"/>
                    <a:pt x="469" y="1"/>
                    <a:pt x="360" y="1"/>
                  </a:cubicBezTo>
                  <a:close/>
                </a:path>
              </a:pathLst>
            </a:custGeom>
            <a:solidFill>
              <a:srgbClr val="6833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26"/>
            <p:cNvSpPr/>
            <p:nvPr/>
          </p:nvSpPr>
          <p:spPr>
            <a:xfrm>
              <a:off x="2173969" y="3501860"/>
              <a:ext cx="193303" cy="46636"/>
            </a:xfrm>
            <a:custGeom>
              <a:avLst/>
              <a:gdLst/>
              <a:ahLst/>
              <a:cxnLst/>
              <a:rect l="l" t="t" r="r" b="b"/>
              <a:pathLst>
                <a:path w="11726" h="2829" extrusionOk="0">
                  <a:moveTo>
                    <a:pt x="159" y="1"/>
                  </a:moveTo>
                  <a:lnTo>
                    <a:pt x="278" y="80"/>
                  </a:lnTo>
                  <a:cubicBezTo>
                    <a:pt x="199" y="119"/>
                    <a:pt x="80" y="159"/>
                    <a:pt x="1" y="238"/>
                  </a:cubicBezTo>
                  <a:cubicBezTo>
                    <a:pt x="991" y="1031"/>
                    <a:pt x="2100" y="1664"/>
                    <a:pt x="3328" y="2021"/>
                  </a:cubicBezTo>
                  <a:cubicBezTo>
                    <a:pt x="4754" y="2496"/>
                    <a:pt x="6299" y="2734"/>
                    <a:pt x="7804" y="2813"/>
                  </a:cubicBezTo>
                  <a:cubicBezTo>
                    <a:pt x="7985" y="2824"/>
                    <a:pt x="8165" y="2829"/>
                    <a:pt x="8346" y="2829"/>
                  </a:cubicBezTo>
                  <a:cubicBezTo>
                    <a:pt x="8842" y="2829"/>
                    <a:pt x="9342" y="2792"/>
                    <a:pt x="9864" y="2734"/>
                  </a:cubicBezTo>
                  <a:cubicBezTo>
                    <a:pt x="10419" y="2694"/>
                    <a:pt x="11132" y="2655"/>
                    <a:pt x="11607" y="2298"/>
                  </a:cubicBezTo>
                  <a:cubicBezTo>
                    <a:pt x="11726" y="2179"/>
                    <a:pt x="11647" y="1981"/>
                    <a:pt x="11528" y="1942"/>
                  </a:cubicBezTo>
                  <a:cubicBezTo>
                    <a:pt x="11392" y="1903"/>
                    <a:pt x="11249" y="1888"/>
                    <a:pt x="11102" y="1888"/>
                  </a:cubicBezTo>
                  <a:cubicBezTo>
                    <a:pt x="10650" y="1888"/>
                    <a:pt x="10164" y="2031"/>
                    <a:pt x="9745" y="2060"/>
                  </a:cubicBezTo>
                  <a:cubicBezTo>
                    <a:pt x="9151" y="2140"/>
                    <a:pt x="8517" y="2140"/>
                    <a:pt x="7923" y="2140"/>
                  </a:cubicBezTo>
                  <a:cubicBezTo>
                    <a:pt x="6576" y="2140"/>
                    <a:pt x="5230" y="1981"/>
                    <a:pt x="3922" y="1664"/>
                  </a:cubicBezTo>
                  <a:cubicBezTo>
                    <a:pt x="2576" y="1268"/>
                    <a:pt x="1308" y="714"/>
                    <a:pt x="159" y="1"/>
                  </a:cubicBezTo>
                  <a:close/>
                </a:path>
              </a:pathLst>
            </a:custGeom>
            <a:solidFill>
              <a:srgbClr val="6833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26"/>
            <p:cNvSpPr/>
            <p:nvPr/>
          </p:nvSpPr>
          <p:spPr>
            <a:xfrm>
              <a:off x="2178552" y="3544309"/>
              <a:ext cx="158685" cy="55818"/>
            </a:xfrm>
            <a:custGeom>
              <a:avLst/>
              <a:gdLst/>
              <a:ahLst/>
              <a:cxnLst/>
              <a:rect l="l" t="t" r="r" b="b"/>
              <a:pathLst>
                <a:path w="9626" h="3386" extrusionOk="0">
                  <a:moveTo>
                    <a:pt x="238" y="0"/>
                  </a:moveTo>
                  <a:cubicBezTo>
                    <a:pt x="318" y="58"/>
                    <a:pt x="399" y="115"/>
                    <a:pt x="480" y="171"/>
                  </a:cubicBezTo>
                  <a:lnTo>
                    <a:pt x="480" y="171"/>
                  </a:lnTo>
                  <a:cubicBezTo>
                    <a:pt x="526" y="186"/>
                    <a:pt x="555" y="199"/>
                    <a:pt x="555" y="199"/>
                  </a:cubicBezTo>
                  <a:cubicBezTo>
                    <a:pt x="555" y="199"/>
                    <a:pt x="436" y="119"/>
                    <a:pt x="238" y="0"/>
                  </a:cubicBezTo>
                  <a:close/>
                  <a:moveTo>
                    <a:pt x="232" y="128"/>
                  </a:moveTo>
                  <a:cubicBezTo>
                    <a:pt x="150" y="128"/>
                    <a:pt x="66" y="146"/>
                    <a:pt x="0" y="199"/>
                  </a:cubicBezTo>
                  <a:cubicBezTo>
                    <a:pt x="832" y="872"/>
                    <a:pt x="1743" y="1426"/>
                    <a:pt x="2694" y="1902"/>
                  </a:cubicBezTo>
                  <a:cubicBezTo>
                    <a:pt x="3763" y="2456"/>
                    <a:pt x="4912" y="2853"/>
                    <a:pt x="6100" y="3130"/>
                  </a:cubicBezTo>
                  <a:cubicBezTo>
                    <a:pt x="6695" y="3249"/>
                    <a:pt x="7328" y="3328"/>
                    <a:pt x="7922" y="3328"/>
                  </a:cubicBezTo>
                  <a:cubicBezTo>
                    <a:pt x="8107" y="3367"/>
                    <a:pt x="8288" y="3385"/>
                    <a:pt x="8465" y="3385"/>
                  </a:cubicBezTo>
                  <a:cubicBezTo>
                    <a:pt x="8820" y="3385"/>
                    <a:pt x="9164" y="3315"/>
                    <a:pt x="9507" y="3209"/>
                  </a:cubicBezTo>
                  <a:cubicBezTo>
                    <a:pt x="9626" y="3130"/>
                    <a:pt x="9626" y="2971"/>
                    <a:pt x="9507" y="2892"/>
                  </a:cubicBezTo>
                  <a:cubicBezTo>
                    <a:pt x="9071" y="2773"/>
                    <a:pt x="8596" y="2694"/>
                    <a:pt x="8160" y="2694"/>
                  </a:cubicBezTo>
                  <a:cubicBezTo>
                    <a:pt x="4702" y="2314"/>
                    <a:pt x="2410" y="1496"/>
                    <a:pt x="480" y="171"/>
                  </a:cubicBezTo>
                  <a:lnTo>
                    <a:pt x="480" y="171"/>
                  </a:lnTo>
                  <a:cubicBezTo>
                    <a:pt x="419" y="151"/>
                    <a:pt x="326" y="128"/>
                    <a:pt x="232" y="128"/>
                  </a:cubicBezTo>
                  <a:close/>
                </a:path>
              </a:pathLst>
            </a:custGeom>
            <a:solidFill>
              <a:srgbClr val="6833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26"/>
            <p:cNvSpPr/>
            <p:nvPr/>
          </p:nvSpPr>
          <p:spPr>
            <a:xfrm>
              <a:off x="2190949" y="3584137"/>
              <a:ext cx="143683" cy="49125"/>
            </a:xfrm>
            <a:custGeom>
              <a:avLst/>
              <a:gdLst/>
              <a:ahLst/>
              <a:cxnLst/>
              <a:rect l="l" t="t" r="r" b="b"/>
              <a:pathLst>
                <a:path w="8716" h="2980" extrusionOk="0">
                  <a:moveTo>
                    <a:pt x="278" y="1"/>
                  </a:moveTo>
                  <a:cubicBezTo>
                    <a:pt x="159" y="80"/>
                    <a:pt x="80" y="238"/>
                    <a:pt x="1" y="357"/>
                  </a:cubicBezTo>
                  <a:cubicBezTo>
                    <a:pt x="674" y="912"/>
                    <a:pt x="1427" y="1387"/>
                    <a:pt x="2179" y="1783"/>
                  </a:cubicBezTo>
                  <a:cubicBezTo>
                    <a:pt x="3209" y="2259"/>
                    <a:pt x="4318" y="2615"/>
                    <a:pt x="5428" y="2813"/>
                  </a:cubicBezTo>
                  <a:cubicBezTo>
                    <a:pt x="6022" y="2893"/>
                    <a:pt x="6576" y="2972"/>
                    <a:pt x="7170" y="2972"/>
                  </a:cubicBezTo>
                  <a:cubicBezTo>
                    <a:pt x="7231" y="2977"/>
                    <a:pt x="7292" y="2979"/>
                    <a:pt x="7353" y="2979"/>
                  </a:cubicBezTo>
                  <a:cubicBezTo>
                    <a:pt x="7775" y="2979"/>
                    <a:pt x="8216" y="2862"/>
                    <a:pt x="8597" y="2655"/>
                  </a:cubicBezTo>
                  <a:cubicBezTo>
                    <a:pt x="8715" y="2576"/>
                    <a:pt x="8557" y="2496"/>
                    <a:pt x="8478" y="2457"/>
                  </a:cubicBezTo>
                  <a:cubicBezTo>
                    <a:pt x="8176" y="2381"/>
                    <a:pt x="7891" y="2354"/>
                    <a:pt x="7611" y="2354"/>
                  </a:cubicBezTo>
                  <a:cubicBezTo>
                    <a:pt x="7450" y="2354"/>
                    <a:pt x="7290" y="2363"/>
                    <a:pt x="7131" y="2378"/>
                  </a:cubicBezTo>
                  <a:cubicBezTo>
                    <a:pt x="6982" y="2388"/>
                    <a:pt x="6837" y="2393"/>
                    <a:pt x="6693" y="2393"/>
                  </a:cubicBezTo>
                  <a:cubicBezTo>
                    <a:pt x="6300" y="2393"/>
                    <a:pt x="5923" y="2356"/>
                    <a:pt x="5546" y="2298"/>
                  </a:cubicBezTo>
                  <a:cubicBezTo>
                    <a:pt x="4516" y="2140"/>
                    <a:pt x="3526" y="1823"/>
                    <a:pt x="2615" y="1387"/>
                  </a:cubicBezTo>
                  <a:cubicBezTo>
                    <a:pt x="1783" y="1031"/>
                    <a:pt x="991" y="555"/>
                    <a:pt x="278" y="1"/>
                  </a:cubicBezTo>
                  <a:close/>
                </a:path>
              </a:pathLst>
            </a:custGeom>
            <a:solidFill>
              <a:srgbClr val="6833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26"/>
            <p:cNvSpPr/>
            <p:nvPr/>
          </p:nvSpPr>
          <p:spPr>
            <a:xfrm>
              <a:off x="2350293" y="3322454"/>
              <a:ext cx="6545" cy="40817"/>
            </a:xfrm>
            <a:custGeom>
              <a:avLst/>
              <a:gdLst/>
              <a:ahLst/>
              <a:cxnLst/>
              <a:rect l="l" t="t" r="r" b="b"/>
              <a:pathLst>
                <a:path w="397" h="2476" extrusionOk="0">
                  <a:moveTo>
                    <a:pt x="74" y="0"/>
                  </a:moveTo>
                  <a:cubicBezTo>
                    <a:pt x="50" y="0"/>
                    <a:pt x="20" y="10"/>
                    <a:pt x="0" y="30"/>
                  </a:cubicBezTo>
                  <a:cubicBezTo>
                    <a:pt x="0" y="307"/>
                    <a:pt x="0" y="545"/>
                    <a:pt x="0" y="822"/>
                  </a:cubicBezTo>
                  <a:cubicBezTo>
                    <a:pt x="0" y="1139"/>
                    <a:pt x="0" y="1416"/>
                    <a:pt x="40" y="1733"/>
                  </a:cubicBezTo>
                  <a:cubicBezTo>
                    <a:pt x="40" y="1971"/>
                    <a:pt x="40" y="2208"/>
                    <a:pt x="40" y="2446"/>
                  </a:cubicBezTo>
                  <a:cubicBezTo>
                    <a:pt x="99" y="2466"/>
                    <a:pt x="159" y="2476"/>
                    <a:pt x="218" y="2476"/>
                  </a:cubicBezTo>
                  <a:cubicBezTo>
                    <a:pt x="277" y="2476"/>
                    <a:pt x="337" y="2466"/>
                    <a:pt x="396" y="2446"/>
                  </a:cubicBezTo>
                  <a:cubicBezTo>
                    <a:pt x="396" y="2208"/>
                    <a:pt x="396" y="1971"/>
                    <a:pt x="396" y="1733"/>
                  </a:cubicBezTo>
                  <a:cubicBezTo>
                    <a:pt x="357" y="1416"/>
                    <a:pt x="396" y="1099"/>
                    <a:pt x="317" y="822"/>
                  </a:cubicBezTo>
                  <a:cubicBezTo>
                    <a:pt x="277" y="545"/>
                    <a:pt x="238" y="267"/>
                    <a:pt x="119" y="30"/>
                  </a:cubicBezTo>
                  <a:cubicBezTo>
                    <a:pt x="119" y="10"/>
                    <a:pt x="99" y="0"/>
                    <a:pt x="74" y="0"/>
                  </a:cubicBezTo>
                  <a:close/>
                </a:path>
              </a:pathLst>
            </a:custGeom>
            <a:solidFill>
              <a:srgbClr val="6833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26"/>
            <p:cNvSpPr/>
            <p:nvPr/>
          </p:nvSpPr>
          <p:spPr>
            <a:xfrm>
              <a:off x="1401466" y="3415792"/>
              <a:ext cx="712581" cy="240203"/>
            </a:xfrm>
            <a:custGeom>
              <a:avLst/>
              <a:gdLst/>
              <a:ahLst/>
              <a:cxnLst/>
              <a:rect l="l" t="t" r="r" b="b"/>
              <a:pathLst>
                <a:path w="43226" h="14571" extrusionOk="0">
                  <a:moveTo>
                    <a:pt x="42749" y="0"/>
                  </a:moveTo>
                  <a:cubicBezTo>
                    <a:pt x="42597" y="0"/>
                    <a:pt x="42448" y="83"/>
                    <a:pt x="42386" y="270"/>
                  </a:cubicBezTo>
                  <a:cubicBezTo>
                    <a:pt x="41395" y="2924"/>
                    <a:pt x="40405" y="5539"/>
                    <a:pt x="38662" y="7757"/>
                  </a:cubicBezTo>
                  <a:cubicBezTo>
                    <a:pt x="37038" y="9975"/>
                    <a:pt x="34740" y="11560"/>
                    <a:pt x="32086" y="12352"/>
                  </a:cubicBezTo>
                  <a:cubicBezTo>
                    <a:pt x="31312" y="12552"/>
                    <a:pt x="30548" y="12642"/>
                    <a:pt x="29796" y="12642"/>
                  </a:cubicBezTo>
                  <a:cubicBezTo>
                    <a:pt x="25629" y="12642"/>
                    <a:pt x="21834" y="9856"/>
                    <a:pt x="18578" y="7440"/>
                  </a:cubicBezTo>
                  <a:cubicBezTo>
                    <a:pt x="16717" y="5935"/>
                    <a:pt x="14736" y="4588"/>
                    <a:pt x="12676" y="3320"/>
                  </a:cubicBezTo>
                  <a:cubicBezTo>
                    <a:pt x="10735" y="2251"/>
                    <a:pt x="8715" y="1023"/>
                    <a:pt x="6536" y="508"/>
                  </a:cubicBezTo>
                  <a:cubicBezTo>
                    <a:pt x="6023" y="389"/>
                    <a:pt x="5499" y="325"/>
                    <a:pt x="4985" y="325"/>
                  </a:cubicBezTo>
                  <a:cubicBezTo>
                    <a:pt x="3278" y="325"/>
                    <a:pt x="1682" y="1030"/>
                    <a:pt x="951" y="2766"/>
                  </a:cubicBezTo>
                  <a:cubicBezTo>
                    <a:pt x="0" y="4984"/>
                    <a:pt x="951" y="7361"/>
                    <a:pt x="2417" y="9183"/>
                  </a:cubicBezTo>
                  <a:cubicBezTo>
                    <a:pt x="4199" y="11243"/>
                    <a:pt x="6259" y="13105"/>
                    <a:pt x="8557" y="14570"/>
                  </a:cubicBezTo>
                  <a:cubicBezTo>
                    <a:pt x="8557" y="14134"/>
                    <a:pt x="8517" y="13699"/>
                    <a:pt x="8517" y="13263"/>
                  </a:cubicBezTo>
                  <a:cubicBezTo>
                    <a:pt x="6972" y="12193"/>
                    <a:pt x="5546" y="11005"/>
                    <a:pt x="4239" y="9658"/>
                  </a:cubicBezTo>
                  <a:cubicBezTo>
                    <a:pt x="2575" y="7955"/>
                    <a:pt x="793" y="5420"/>
                    <a:pt x="2060" y="2964"/>
                  </a:cubicBezTo>
                  <a:cubicBezTo>
                    <a:pt x="2651" y="1822"/>
                    <a:pt x="3691" y="1434"/>
                    <a:pt x="4816" y="1434"/>
                  </a:cubicBezTo>
                  <a:cubicBezTo>
                    <a:pt x="5956" y="1434"/>
                    <a:pt x="7184" y="1832"/>
                    <a:pt x="8121" y="2251"/>
                  </a:cubicBezTo>
                  <a:cubicBezTo>
                    <a:pt x="10141" y="3122"/>
                    <a:pt x="12082" y="4192"/>
                    <a:pt x="13904" y="5420"/>
                  </a:cubicBezTo>
                  <a:cubicBezTo>
                    <a:pt x="15885" y="6727"/>
                    <a:pt x="17747" y="8232"/>
                    <a:pt x="19688" y="9619"/>
                  </a:cubicBezTo>
                  <a:cubicBezTo>
                    <a:pt x="22696" y="11781"/>
                    <a:pt x="26152" y="13745"/>
                    <a:pt x="29837" y="13745"/>
                  </a:cubicBezTo>
                  <a:cubicBezTo>
                    <a:pt x="30810" y="13745"/>
                    <a:pt x="31799" y="13609"/>
                    <a:pt x="32799" y="13303"/>
                  </a:cubicBezTo>
                  <a:cubicBezTo>
                    <a:pt x="38424" y="11560"/>
                    <a:pt x="41989" y="6014"/>
                    <a:pt x="43178" y="508"/>
                  </a:cubicBezTo>
                  <a:cubicBezTo>
                    <a:pt x="43226" y="196"/>
                    <a:pt x="42983" y="0"/>
                    <a:pt x="42749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26"/>
            <p:cNvSpPr/>
            <p:nvPr/>
          </p:nvSpPr>
          <p:spPr>
            <a:xfrm>
              <a:off x="2123031" y="2264315"/>
              <a:ext cx="148909" cy="114538"/>
            </a:xfrm>
            <a:custGeom>
              <a:avLst/>
              <a:gdLst/>
              <a:ahLst/>
              <a:cxnLst/>
              <a:rect l="l" t="t" r="r" b="b"/>
              <a:pathLst>
                <a:path w="9033" h="6948" extrusionOk="0">
                  <a:moveTo>
                    <a:pt x="2404" y="1"/>
                  </a:moveTo>
                  <a:cubicBezTo>
                    <a:pt x="2133" y="1"/>
                    <a:pt x="1884" y="29"/>
                    <a:pt x="1665" y="85"/>
                  </a:cubicBezTo>
                  <a:cubicBezTo>
                    <a:pt x="120" y="521"/>
                    <a:pt x="1" y="2343"/>
                    <a:pt x="159" y="2818"/>
                  </a:cubicBezTo>
                  <a:cubicBezTo>
                    <a:pt x="318" y="3254"/>
                    <a:pt x="2298" y="2937"/>
                    <a:pt x="3804" y="3650"/>
                  </a:cubicBezTo>
                  <a:cubicBezTo>
                    <a:pt x="5269" y="4324"/>
                    <a:pt x="6656" y="6582"/>
                    <a:pt x="7052" y="6899"/>
                  </a:cubicBezTo>
                  <a:cubicBezTo>
                    <a:pt x="7093" y="6932"/>
                    <a:pt x="7136" y="6947"/>
                    <a:pt x="7182" y="6947"/>
                  </a:cubicBezTo>
                  <a:cubicBezTo>
                    <a:pt x="7624" y="6947"/>
                    <a:pt x="8263" y="5507"/>
                    <a:pt x="8478" y="5076"/>
                  </a:cubicBezTo>
                  <a:cubicBezTo>
                    <a:pt x="8676" y="4601"/>
                    <a:pt x="9033" y="4245"/>
                    <a:pt x="8201" y="3175"/>
                  </a:cubicBezTo>
                  <a:cubicBezTo>
                    <a:pt x="6501" y="1034"/>
                    <a:pt x="4044" y="1"/>
                    <a:pt x="2404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26"/>
            <p:cNvSpPr/>
            <p:nvPr/>
          </p:nvSpPr>
          <p:spPr>
            <a:xfrm>
              <a:off x="1387091" y="4489872"/>
              <a:ext cx="1240084" cy="103839"/>
            </a:xfrm>
            <a:custGeom>
              <a:avLst/>
              <a:gdLst/>
              <a:ahLst/>
              <a:cxnLst/>
              <a:rect l="l" t="t" r="r" b="b"/>
              <a:pathLst>
                <a:path w="75225" h="6299" extrusionOk="0">
                  <a:moveTo>
                    <a:pt x="1" y="0"/>
                  </a:moveTo>
                  <a:lnTo>
                    <a:pt x="1" y="6299"/>
                  </a:lnTo>
                  <a:lnTo>
                    <a:pt x="75225" y="6299"/>
                  </a:lnTo>
                  <a:lnTo>
                    <a:pt x="75225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26"/>
            <p:cNvSpPr/>
            <p:nvPr/>
          </p:nvSpPr>
          <p:spPr>
            <a:xfrm>
              <a:off x="1244743" y="3716709"/>
              <a:ext cx="1538512" cy="788197"/>
            </a:xfrm>
            <a:custGeom>
              <a:avLst/>
              <a:gdLst/>
              <a:ahLst/>
              <a:cxnLst/>
              <a:rect l="l" t="t" r="r" b="b"/>
              <a:pathLst>
                <a:path w="93328" h="47813" extrusionOk="0">
                  <a:moveTo>
                    <a:pt x="3565" y="0"/>
                  </a:moveTo>
                  <a:cubicBezTo>
                    <a:pt x="1545" y="0"/>
                    <a:pt x="0" y="1822"/>
                    <a:pt x="357" y="3843"/>
                  </a:cubicBezTo>
                  <a:lnTo>
                    <a:pt x="8636" y="47812"/>
                  </a:lnTo>
                  <a:lnTo>
                    <a:pt x="83860" y="47812"/>
                  </a:lnTo>
                  <a:lnTo>
                    <a:pt x="92931" y="3882"/>
                  </a:lnTo>
                  <a:cubicBezTo>
                    <a:pt x="93327" y="1862"/>
                    <a:pt x="91822" y="0"/>
                    <a:pt x="89762" y="0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26"/>
            <p:cNvSpPr/>
            <p:nvPr/>
          </p:nvSpPr>
          <p:spPr>
            <a:xfrm>
              <a:off x="1257799" y="3716676"/>
              <a:ext cx="1512383" cy="26162"/>
            </a:xfrm>
            <a:custGeom>
              <a:avLst/>
              <a:gdLst/>
              <a:ahLst/>
              <a:cxnLst/>
              <a:rect l="l" t="t" r="r" b="b"/>
              <a:pathLst>
                <a:path w="91743" h="1587" extrusionOk="0">
                  <a:moveTo>
                    <a:pt x="2708" y="0"/>
                  </a:moveTo>
                  <a:cubicBezTo>
                    <a:pt x="1562" y="0"/>
                    <a:pt x="539" y="626"/>
                    <a:pt x="1" y="1587"/>
                  </a:cubicBezTo>
                  <a:cubicBezTo>
                    <a:pt x="357" y="1428"/>
                    <a:pt x="793" y="1349"/>
                    <a:pt x="1189" y="1349"/>
                  </a:cubicBezTo>
                  <a:lnTo>
                    <a:pt x="90515" y="1349"/>
                  </a:lnTo>
                  <a:cubicBezTo>
                    <a:pt x="90951" y="1349"/>
                    <a:pt x="91347" y="1428"/>
                    <a:pt x="91743" y="1587"/>
                  </a:cubicBezTo>
                  <a:cubicBezTo>
                    <a:pt x="91205" y="626"/>
                    <a:pt x="90182" y="0"/>
                    <a:pt x="89072" y="0"/>
                  </a:cubicBezTo>
                  <a:cubicBezTo>
                    <a:pt x="89038" y="0"/>
                    <a:pt x="89004" y="1"/>
                    <a:pt x="88970" y="2"/>
                  </a:cubicBezTo>
                  <a:lnTo>
                    <a:pt x="2813" y="2"/>
                  </a:lnTo>
                  <a:cubicBezTo>
                    <a:pt x="2778" y="1"/>
                    <a:pt x="2743" y="0"/>
                    <a:pt x="2708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26"/>
            <p:cNvSpPr/>
            <p:nvPr/>
          </p:nvSpPr>
          <p:spPr>
            <a:xfrm>
              <a:off x="1902972" y="4032759"/>
              <a:ext cx="222036" cy="192001"/>
            </a:xfrm>
            <a:custGeom>
              <a:avLst/>
              <a:gdLst/>
              <a:ahLst/>
              <a:cxnLst/>
              <a:rect l="l" t="t" r="r" b="b"/>
              <a:pathLst>
                <a:path w="13469" h="11647" extrusionOk="0">
                  <a:moveTo>
                    <a:pt x="6735" y="1"/>
                  </a:moveTo>
                  <a:cubicBezTo>
                    <a:pt x="3011" y="1"/>
                    <a:pt x="1" y="2575"/>
                    <a:pt x="1" y="5824"/>
                  </a:cubicBezTo>
                  <a:cubicBezTo>
                    <a:pt x="1" y="9032"/>
                    <a:pt x="3011" y="11647"/>
                    <a:pt x="6735" y="11647"/>
                  </a:cubicBezTo>
                  <a:cubicBezTo>
                    <a:pt x="10458" y="11647"/>
                    <a:pt x="13469" y="9032"/>
                    <a:pt x="13469" y="5824"/>
                  </a:cubicBezTo>
                  <a:cubicBezTo>
                    <a:pt x="13469" y="2575"/>
                    <a:pt x="10458" y="1"/>
                    <a:pt x="6735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8CE6BE23-3C83-BD94-314C-E03FFFB74D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955" t="32577" r="11517" b="33756"/>
          <a:stretch>
            <a:fillRect/>
          </a:stretch>
        </p:blipFill>
        <p:spPr>
          <a:xfrm>
            <a:off x="7984764" y="4895012"/>
            <a:ext cx="1159236" cy="248488"/>
          </a:xfrm>
          <a:prstGeom prst="rect">
            <a:avLst/>
          </a:prstGeom>
        </p:spPr>
      </p:pic>
      <p:sp>
        <p:nvSpPr>
          <p:cNvPr id="5" name="Google Shape;597;p26">
            <a:extLst>
              <a:ext uri="{FF2B5EF4-FFF2-40B4-BE49-F238E27FC236}">
                <a16:creationId xmlns:a16="http://schemas.microsoft.com/office/drawing/2014/main" id="{FCE4A5EB-3646-4457-6CEC-3A725ACACC80}"/>
              </a:ext>
            </a:extLst>
          </p:cNvPr>
          <p:cNvSpPr txBox="1">
            <a:spLocks/>
          </p:cNvSpPr>
          <p:nvPr/>
        </p:nvSpPr>
        <p:spPr>
          <a:xfrm>
            <a:off x="457200" y="4396218"/>
            <a:ext cx="8229600" cy="4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 Extra Condensed Medium"/>
              <a:buNone/>
              <a:defRPr sz="26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 Extra Condensed Medium"/>
              <a:buNone/>
              <a:defRPr sz="26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 Extra Condensed Medium"/>
              <a:buNone/>
              <a:defRPr sz="26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 Extra Condensed Medium"/>
              <a:buNone/>
              <a:defRPr sz="26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 Extra Condensed Medium"/>
              <a:buNone/>
              <a:defRPr sz="26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 Extra Condensed Medium"/>
              <a:buNone/>
              <a:defRPr sz="26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 Extra Condensed Medium"/>
              <a:buNone/>
              <a:defRPr sz="26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 Extra Condensed Medium"/>
              <a:buNone/>
              <a:defRPr sz="26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 Extra Condensed Medium"/>
              <a:buNone/>
              <a:defRPr sz="26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pPr>
              <a:buSzPts val="1100"/>
            </a:pPr>
            <a:r>
              <a:rPr lang="en-US" sz="4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DEMONSTRATION !</a:t>
            </a:r>
            <a:endParaRPr lang="en-US" sz="40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37" name="Google Shape;540;p25">
            <a:extLst>
              <a:ext uri="{FF2B5EF4-FFF2-40B4-BE49-F238E27FC236}">
                <a16:creationId xmlns:a16="http://schemas.microsoft.com/office/drawing/2014/main" id="{1A213B1B-C96A-DE17-13B8-FA958317C02B}"/>
              </a:ext>
            </a:extLst>
          </p:cNvPr>
          <p:cNvGrpSpPr/>
          <p:nvPr/>
        </p:nvGrpSpPr>
        <p:grpSpPr>
          <a:xfrm>
            <a:off x="4257282" y="3074267"/>
            <a:ext cx="4307100" cy="1028571"/>
            <a:chOff x="-741450" y="1885613"/>
            <a:chExt cx="4307100" cy="883500"/>
          </a:xfrm>
        </p:grpSpPr>
        <p:sp>
          <p:nvSpPr>
            <p:cNvPr id="38" name="Google Shape;541;p25">
              <a:extLst>
                <a:ext uri="{FF2B5EF4-FFF2-40B4-BE49-F238E27FC236}">
                  <a16:creationId xmlns:a16="http://schemas.microsoft.com/office/drawing/2014/main" id="{26DEABED-75B7-340C-8933-3A44D089156F}"/>
                </a:ext>
              </a:extLst>
            </p:cNvPr>
            <p:cNvSpPr/>
            <p:nvPr/>
          </p:nvSpPr>
          <p:spPr>
            <a:xfrm>
              <a:off x="-741450" y="1885613"/>
              <a:ext cx="4307100" cy="883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542;p25">
              <a:extLst>
                <a:ext uri="{FF2B5EF4-FFF2-40B4-BE49-F238E27FC236}">
                  <a16:creationId xmlns:a16="http://schemas.microsoft.com/office/drawing/2014/main" id="{1DD4512E-9048-C7C0-34DE-AFF5FD673F5D}"/>
                </a:ext>
              </a:extLst>
            </p:cNvPr>
            <p:cNvSpPr/>
            <p:nvPr/>
          </p:nvSpPr>
          <p:spPr>
            <a:xfrm>
              <a:off x="-532650" y="1982488"/>
              <a:ext cx="3889500" cy="6555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543;p25">
              <a:extLst>
                <a:ext uri="{FF2B5EF4-FFF2-40B4-BE49-F238E27FC236}">
                  <a16:creationId xmlns:a16="http://schemas.microsoft.com/office/drawing/2014/main" id="{87ED1E37-D2A9-9743-E973-EA33A77CCE7E}"/>
                </a:ext>
              </a:extLst>
            </p:cNvPr>
            <p:cNvSpPr/>
            <p:nvPr/>
          </p:nvSpPr>
          <p:spPr>
            <a:xfrm>
              <a:off x="-309150" y="2068558"/>
              <a:ext cx="3442500" cy="484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544;p25">
              <a:extLst>
                <a:ext uri="{FF2B5EF4-FFF2-40B4-BE49-F238E27FC236}">
                  <a16:creationId xmlns:a16="http://schemas.microsoft.com/office/drawing/2014/main" id="{BF66CAF7-5105-BE19-B732-25A179446855}"/>
                </a:ext>
              </a:extLst>
            </p:cNvPr>
            <p:cNvSpPr/>
            <p:nvPr/>
          </p:nvSpPr>
          <p:spPr>
            <a:xfrm>
              <a:off x="-74250" y="2129587"/>
              <a:ext cx="2972700" cy="344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" name="Google Shape;546;p25">
            <a:extLst>
              <a:ext uri="{FF2B5EF4-FFF2-40B4-BE49-F238E27FC236}">
                <a16:creationId xmlns:a16="http://schemas.microsoft.com/office/drawing/2014/main" id="{EAEC27D3-BC77-E89B-E753-D69E3F342AC8}"/>
              </a:ext>
            </a:extLst>
          </p:cNvPr>
          <p:cNvGrpSpPr/>
          <p:nvPr/>
        </p:nvGrpSpPr>
        <p:grpSpPr>
          <a:xfrm>
            <a:off x="5154071" y="900158"/>
            <a:ext cx="2608726" cy="2858311"/>
            <a:chOff x="3298947" y="1298370"/>
            <a:chExt cx="2684080" cy="2969962"/>
          </a:xfrm>
        </p:grpSpPr>
        <p:sp>
          <p:nvSpPr>
            <p:cNvPr id="7" name="Google Shape;547;p25">
              <a:extLst>
                <a:ext uri="{FF2B5EF4-FFF2-40B4-BE49-F238E27FC236}">
                  <a16:creationId xmlns:a16="http://schemas.microsoft.com/office/drawing/2014/main" id="{3175D092-333C-721A-21D4-ADBBB4F075C2}"/>
                </a:ext>
              </a:extLst>
            </p:cNvPr>
            <p:cNvSpPr/>
            <p:nvPr/>
          </p:nvSpPr>
          <p:spPr>
            <a:xfrm>
              <a:off x="3298947" y="3342470"/>
              <a:ext cx="2684080" cy="925862"/>
            </a:xfrm>
            <a:custGeom>
              <a:avLst/>
              <a:gdLst/>
              <a:ahLst/>
              <a:cxnLst/>
              <a:rect l="l" t="t" r="r" b="b"/>
              <a:pathLst>
                <a:path w="161911" h="56011" extrusionOk="0">
                  <a:moveTo>
                    <a:pt x="150151" y="1"/>
                  </a:moveTo>
                  <a:cubicBezTo>
                    <a:pt x="149974" y="1"/>
                    <a:pt x="149795" y="4"/>
                    <a:pt x="149613" y="9"/>
                  </a:cubicBezTo>
                  <a:cubicBezTo>
                    <a:pt x="139016" y="274"/>
                    <a:pt x="128353" y="5904"/>
                    <a:pt x="119677" y="11864"/>
                  </a:cubicBezTo>
                  <a:cubicBezTo>
                    <a:pt x="111929" y="17229"/>
                    <a:pt x="104378" y="22064"/>
                    <a:pt x="95106" y="24978"/>
                  </a:cubicBezTo>
                  <a:cubicBezTo>
                    <a:pt x="89411" y="26766"/>
                    <a:pt x="83516" y="27693"/>
                    <a:pt x="77555" y="27760"/>
                  </a:cubicBezTo>
                  <a:cubicBezTo>
                    <a:pt x="77324" y="27763"/>
                    <a:pt x="77094" y="27764"/>
                    <a:pt x="76863" y="27764"/>
                  </a:cubicBezTo>
                  <a:cubicBezTo>
                    <a:pt x="73587" y="27764"/>
                    <a:pt x="70369" y="27461"/>
                    <a:pt x="67145" y="27461"/>
                  </a:cubicBezTo>
                  <a:cubicBezTo>
                    <a:pt x="65915" y="27461"/>
                    <a:pt x="64684" y="27505"/>
                    <a:pt x="63449" y="27627"/>
                  </a:cubicBezTo>
                  <a:cubicBezTo>
                    <a:pt x="59210" y="22395"/>
                    <a:pt x="51196" y="19017"/>
                    <a:pt x="45434" y="15772"/>
                  </a:cubicBezTo>
                  <a:cubicBezTo>
                    <a:pt x="38944" y="12063"/>
                    <a:pt x="32586" y="7824"/>
                    <a:pt x="25830" y="4778"/>
                  </a:cubicBezTo>
                  <a:cubicBezTo>
                    <a:pt x="22350" y="3208"/>
                    <a:pt x="17287" y="1445"/>
                    <a:pt x="12780" y="1445"/>
                  </a:cubicBezTo>
                  <a:cubicBezTo>
                    <a:pt x="8539" y="1445"/>
                    <a:pt x="4789" y="3006"/>
                    <a:pt x="3312" y="7758"/>
                  </a:cubicBezTo>
                  <a:cubicBezTo>
                    <a:pt x="1" y="18355"/>
                    <a:pt x="10399" y="27296"/>
                    <a:pt x="17750" y="33190"/>
                  </a:cubicBezTo>
                  <a:cubicBezTo>
                    <a:pt x="28148" y="41734"/>
                    <a:pt x="39871" y="48489"/>
                    <a:pt x="52388" y="53390"/>
                  </a:cubicBezTo>
                  <a:cubicBezTo>
                    <a:pt x="58099" y="55608"/>
                    <a:pt x="64717" y="56011"/>
                    <a:pt x="71165" y="56011"/>
                  </a:cubicBezTo>
                  <a:cubicBezTo>
                    <a:pt x="73766" y="56011"/>
                    <a:pt x="76339" y="55945"/>
                    <a:pt x="78814" y="55907"/>
                  </a:cubicBezTo>
                  <a:cubicBezTo>
                    <a:pt x="79365" y="55907"/>
                    <a:pt x="80302" y="55910"/>
                    <a:pt x="81509" y="55910"/>
                  </a:cubicBezTo>
                  <a:cubicBezTo>
                    <a:pt x="87844" y="55910"/>
                    <a:pt x="101597" y="55817"/>
                    <a:pt x="105769" y="54649"/>
                  </a:cubicBezTo>
                  <a:cubicBezTo>
                    <a:pt x="119545" y="51006"/>
                    <a:pt x="133519" y="47032"/>
                    <a:pt x="144580" y="37429"/>
                  </a:cubicBezTo>
                  <a:cubicBezTo>
                    <a:pt x="151600" y="31336"/>
                    <a:pt x="159812" y="23852"/>
                    <a:pt x="160938" y="13918"/>
                  </a:cubicBezTo>
                  <a:cubicBezTo>
                    <a:pt x="161910" y="5881"/>
                    <a:pt x="158253" y="1"/>
                    <a:pt x="1501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548;p25">
              <a:extLst>
                <a:ext uri="{FF2B5EF4-FFF2-40B4-BE49-F238E27FC236}">
                  <a16:creationId xmlns:a16="http://schemas.microsoft.com/office/drawing/2014/main" id="{F4A5164B-70A6-0A87-89DA-B3344D9125D6}"/>
                </a:ext>
              </a:extLst>
            </p:cNvPr>
            <p:cNvSpPr/>
            <p:nvPr/>
          </p:nvSpPr>
          <p:spPr>
            <a:xfrm>
              <a:off x="4377115" y="2033162"/>
              <a:ext cx="527015" cy="571756"/>
            </a:xfrm>
            <a:custGeom>
              <a:avLst/>
              <a:gdLst/>
              <a:ahLst/>
              <a:cxnLst/>
              <a:rect l="l" t="t" r="r" b="b"/>
              <a:pathLst>
                <a:path w="31791" h="34589" extrusionOk="0">
                  <a:moveTo>
                    <a:pt x="21778" y="0"/>
                  </a:moveTo>
                  <a:cubicBezTo>
                    <a:pt x="18644" y="0"/>
                    <a:pt x="15478" y="1716"/>
                    <a:pt x="13114" y="3186"/>
                  </a:cubicBezTo>
                  <a:cubicBezTo>
                    <a:pt x="9868" y="5239"/>
                    <a:pt x="7087" y="7955"/>
                    <a:pt x="4901" y="11067"/>
                  </a:cubicBezTo>
                  <a:cubicBezTo>
                    <a:pt x="530" y="17624"/>
                    <a:pt x="0" y="26697"/>
                    <a:pt x="7087" y="31797"/>
                  </a:cubicBezTo>
                  <a:cubicBezTo>
                    <a:pt x="9843" y="33766"/>
                    <a:pt x="14033" y="34588"/>
                    <a:pt x="17871" y="34588"/>
                  </a:cubicBezTo>
                  <a:cubicBezTo>
                    <a:pt x="18551" y="34588"/>
                    <a:pt x="19221" y="34562"/>
                    <a:pt x="19869" y="34513"/>
                  </a:cubicBezTo>
                  <a:cubicBezTo>
                    <a:pt x="24240" y="34248"/>
                    <a:pt x="27552" y="32989"/>
                    <a:pt x="28876" y="29479"/>
                  </a:cubicBezTo>
                  <a:cubicBezTo>
                    <a:pt x="30731" y="24578"/>
                    <a:pt x="31260" y="19147"/>
                    <a:pt x="31592" y="14114"/>
                  </a:cubicBezTo>
                  <a:cubicBezTo>
                    <a:pt x="31790" y="10604"/>
                    <a:pt x="31790" y="6895"/>
                    <a:pt x="30664" y="3517"/>
                  </a:cubicBezTo>
                  <a:cubicBezTo>
                    <a:pt x="29406" y="1398"/>
                    <a:pt x="25763" y="139"/>
                    <a:pt x="22121" y="7"/>
                  </a:cubicBezTo>
                  <a:cubicBezTo>
                    <a:pt x="22007" y="2"/>
                    <a:pt x="21892" y="0"/>
                    <a:pt x="21778" y="0"/>
                  </a:cubicBezTo>
                  <a:close/>
                </a:path>
              </a:pathLst>
            </a:custGeom>
            <a:solidFill>
              <a:srgbClr val="F6B2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549;p25">
              <a:extLst>
                <a:ext uri="{FF2B5EF4-FFF2-40B4-BE49-F238E27FC236}">
                  <a16:creationId xmlns:a16="http://schemas.microsoft.com/office/drawing/2014/main" id="{19587F77-B51C-1A93-7A92-6DF177DCB720}"/>
                </a:ext>
              </a:extLst>
            </p:cNvPr>
            <p:cNvSpPr/>
            <p:nvPr/>
          </p:nvSpPr>
          <p:spPr>
            <a:xfrm>
              <a:off x="3485594" y="2299460"/>
              <a:ext cx="517135" cy="474990"/>
            </a:xfrm>
            <a:custGeom>
              <a:avLst/>
              <a:gdLst/>
              <a:ahLst/>
              <a:cxnLst/>
              <a:rect l="l" t="t" r="r" b="b"/>
              <a:pathLst>
                <a:path w="31195" h="28735" extrusionOk="0">
                  <a:moveTo>
                    <a:pt x="17989" y="0"/>
                  </a:moveTo>
                  <a:cubicBezTo>
                    <a:pt x="15817" y="0"/>
                    <a:pt x="13718" y="417"/>
                    <a:pt x="11922" y="1315"/>
                  </a:cubicBezTo>
                  <a:cubicBezTo>
                    <a:pt x="7286" y="3700"/>
                    <a:pt x="2518" y="9462"/>
                    <a:pt x="729" y="14296"/>
                  </a:cubicBezTo>
                  <a:cubicBezTo>
                    <a:pt x="1" y="16416"/>
                    <a:pt x="796" y="19330"/>
                    <a:pt x="1657" y="21449"/>
                  </a:cubicBezTo>
                  <a:cubicBezTo>
                    <a:pt x="2584" y="23767"/>
                    <a:pt x="4703" y="25489"/>
                    <a:pt x="6955" y="26615"/>
                  </a:cubicBezTo>
                  <a:cubicBezTo>
                    <a:pt x="8545" y="27476"/>
                    <a:pt x="10266" y="28138"/>
                    <a:pt x="11988" y="28536"/>
                  </a:cubicBezTo>
                  <a:cubicBezTo>
                    <a:pt x="12473" y="28652"/>
                    <a:pt x="13043" y="28734"/>
                    <a:pt x="13610" y="28734"/>
                  </a:cubicBezTo>
                  <a:cubicBezTo>
                    <a:pt x="14980" y="28734"/>
                    <a:pt x="16332" y="28254"/>
                    <a:pt x="16426" y="26615"/>
                  </a:cubicBezTo>
                  <a:cubicBezTo>
                    <a:pt x="16492" y="25357"/>
                    <a:pt x="15565" y="24297"/>
                    <a:pt x="14770" y="23502"/>
                  </a:cubicBezTo>
                  <a:cubicBezTo>
                    <a:pt x="14306" y="23039"/>
                    <a:pt x="13843" y="22575"/>
                    <a:pt x="13445" y="22111"/>
                  </a:cubicBezTo>
                  <a:cubicBezTo>
                    <a:pt x="13445" y="21714"/>
                    <a:pt x="13512" y="21317"/>
                    <a:pt x="13644" y="20985"/>
                  </a:cubicBezTo>
                  <a:cubicBezTo>
                    <a:pt x="14770" y="17873"/>
                    <a:pt x="18015" y="16151"/>
                    <a:pt x="19803" y="13502"/>
                  </a:cubicBezTo>
                  <a:cubicBezTo>
                    <a:pt x="20466" y="12508"/>
                    <a:pt x="20929" y="11448"/>
                    <a:pt x="21658" y="10521"/>
                  </a:cubicBezTo>
                  <a:cubicBezTo>
                    <a:pt x="22055" y="9859"/>
                    <a:pt x="22519" y="9263"/>
                    <a:pt x="22982" y="8667"/>
                  </a:cubicBezTo>
                  <a:cubicBezTo>
                    <a:pt x="23479" y="8601"/>
                    <a:pt x="23959" y="8567"/>
                    <a:pt x="24431" y="8567"/>
                  </a:cubicBezTo>
                  <a:cubicBezTo>
                    <a:pt x="24903" y="8567"/>
                    <a:pt x="25367" y="8601"/>
                    <a:pt x="25830" y="8667"/>
                  </a:cubicBezTo>
                  <a:cubicBezTo>
                    <a:pt x="26438" y="8728"/>
                    <a:pt x="27423" y="8886"/>
                    <a:pt x="28387" y="8886"/>
                  </a:cubicBezTo>
                  <a:cubicBezTo>
                    <a:pt x="29524" y="8886"/>
                    <a:pt x="30632" y="8666"/>
                    <a:pt x="31062" y="7806"/>
                  </a:cubicBezTo>
                  <a:cubicBezTo>
                    <a:pt x="31195" y="7541"/>
                    <a:pt x="31195" y="7276"/>
                    <a:pt x="31195" y="7011"/>
                  </a:cubicBezTo>
                  <a:cubicBezTo>
                    <a:pt x="31129" y="6547"/>
                    <a:pt x="30996" y="6150"/>
                    <a:pt x="30864" y="5753"/>
                  </a:cubicBezTo>
                  <a:cubicBezTo>
                    <a:pt x="30400" y="4958"/>
                    <a:pt x="29804" y="4229"/>
                    <a:pt x="29076" y="3700"/>
                  </a:cubicBezTo>
                  <a:cubicBezTo>
                    <a:pt x="26051" y="1357"/>
                    <a:pt x="21903" y="0"/>
                    <a:pt x="17989" y="0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550;p25">
              <a:extLst>
                <a:ext uri="{FF2B5EF4-FFF2-40B4-BE49-F238E27FC236}">
                  <a16:creationId xmlns:a16="http://schemas.microsoft.com/office/drawing/2014/main" id="{55F87B13-D1E5-0E21-E950-94775DFEBA29}"/>
                </a:ext>
              </a:extLst>
            </p:cNvPr>
            <p:cNvSpPr/>
            <p:nvPr/>
          </p:nvSpPr>
          <p:spPr>
            <a:xfrm>
              <a:off x="3729333" y="2339132"/>
              <a:ext cx="32160" cy="26233"/>
            </a:xfrm>
            <a:custGeom>
              <a:avLst/>
              <a:gdLst/>
              <a:ahLst/>
              <a:cxnLst/>
              <a:rect l="l" t="t" r="r" b="b"/>
              <a:pathLst>
                <a:path w="1940" h="1587" extrusionOk="0">
                  <a:moveTo>
                    <a:pt x="976" y="0"/>
                  </a:moveTo>
                  <a:cubicBezTo>
                    <a:pt x="895" y="0"/>
                    <a:pt x="812" y="14"/>
                    <a:pt x="729" y="41"/>
                  </a:cubicBezTo>
                  <a:cubicBezTo>
                    <a:pt x="67" y="306"/>
                    <a:pt x="1" y="1233"/>
                    <a:pt x="663" y="1498"/>
                  </a:cubicBezTo>
                  <a:cubicBezTo>
                    <a:pt x="785" y="1559"/>
                    <a:pt x="906" y="1586"/>
                    <a:pt x="1022" y="1586"/>
                  </a:cubicBezTo>
                  <a:cubicBezTo>
                    <a:pt x="1537" y="1586"/>
                    <a:pt x="1939" y="1046"/>
                    <a:pt x="1723" y="505"/>
                  </a:cubicBezTo>
                  <a:cubicBezTo>
                    <a:pt x="1566" y="190"/>
                    <a:pt x="1284" y="0"/>
                    <a:pt x="9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551;p25">
              <a:extLst>
                <a:ext uri="{FF2B5EF4-FFF2-40B4-BE49-F238E27FC236}">
                  <a16:creationId xmlns:a16="http://schemas.microsoft.com/office/drawing/2014/main" id="{E4D6D8CE-6172-D095-235E-82228BB0649B}"/>
                </a:ext>
              </a:extLst>
            </p:cNvPr>
            <p:cNvSpPr/>
            <p:nvPr/>
          </p:nvSpPr>
          <p:spPr>
            <a:xfrm>
              <a:off x="3784237" y="2322090"/>
              <a:ext cx="32144" cy="25754"/>
            </a:xfrm>
            <a:custGeom>
              <a:avLst/>
              <a:gdLst/>
              <a:ahLst/>
              <a:cxnLst/>
              <a:rect l="l" t="t" r="r" b="b"/>
              <a:pathLst>
                <a:path w="1939" h="1558" extrusionOk="0">
                  <a:moveTo>
                    <a:pt x="1044" y="1"/>
                  </a:moveTo>
                  <a:cubicBezTo>
                    <a:pt x="942" y="1"/>
                    <a:pt x="835" y="26"/>
                    <a:pt x="729" y="79"/>
                  </a:cubicBezTo>
                  <a:cubicBezTo>
                    <a:pt x="67" y="277"/>
                    <a:pt x="0" y="1205"/>
                    <a:pt x="663" y="1470"/>
                  </a:cubicBezTo>
                  <a:cubicBezTo>
                    <a:pt x="784" y="1530"/>
                    <a:pt x="906" y="1558"/>
                    <a:pt x="1021" y="1558"/>
                  </a:cubicBezTo>
                  <a:cubicBezTo>
                    <a:pt x="1537" y="1558"/>
                    <a:pt x="1939" y="1017"/>
                    <a:pt x="1722" y="476"/>
                  </a:cubicBezTo>
                  <a:cubicBezTo>
                    <a:pt x="1577" y="185"/>
                    <a:pt x="1325" y="1"/>
                    <a:pt x="10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552;p25">
              <a:extLst>
                <a:ext uri="{FF2B5EF4-FFF2-40B4-BE49-F238E27FC236}">
                  <a16:creationId xmlns:a16="http://schemas.microsoft.com/office/drawing/2014/main" id="{97C20F75-A8A2-55A2-F4C7-22B521454BA7}"/>
                </a:ext>
              </a:extLst>
            </p:cNvPr>
            <p:cNvSpPr/>
            <p:nvPr/>
          </p:nvSpPr>
          <p:spPr>
            <a:xfrm>
              <a:off x="3741418" y="2379036"/>
              <a:ext cx="31249" cy="25754"/>
            </a:xfrm>
            <a:custGeom>
              <a:avLst/>
              <a:gdLst/>
              <a:ahLst/>
              <a:cxnLst/>
              <a:rect l="l" t="t" r="r" b="b"/>
              <a:pathLst>
                <a:path w="1885" h="1558" extrusionOk="0">
                  <a:moveTo>
                    <a:pt x="1047" y="1"/>
                  </a:moveTo>
                  <a:cubicBezTo>
                    <a:pt x="941" y="1"/>
                    <a:pt x="833" y="26"/>
                    <a:pt x="729" y="78"/>
                  </a:cubicBezTo>
                  <a:cubicBezTo>
                    <a:pt x="67" y="276"/>
                    <a:pt x="0" y="1137"/>
                    <a:pt x="663" y="1469"/>
                  </a:cubicBezTo>
                  <a:cubicBezTo>
                    <a:pt x="773" y="1530"/>
                    <a:pt x="885" y="1557"/>
                    <a:pt x="994" y="1557"/>
                  </a:cubicBezTo>
                  <a:cubicBezTo>
                    <a:pt x="1474" y="1557"/>
                    <a:pt x="1884" y="1027"/>
                    <a:pt x="1722" y="541"/>
                  </a:cubicBezTo>
                  <a:cubicBezTo>
                    <a:pt x="1624" y="199"/>
                    <a:pt x="1346" y="1"/>
                    <a:pt x="104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553;p25">
              <a:extLst>
                <a:ext uri="{FF2B5EF4-FFF2-40B4-BE49-F238E27FC236}">
                  <a16:creationId xmlns:a16="http://schemas.microsoft.com/office/drawing/2014/main" id="{0DEECCBA-3411-50C8-965E-7BE932A205A7}"/>
                </a:ext>
              </a:extLst>
            </p:cNvPr>
            <p:cNvSpPr/>
            <p:nvPr/>
          </p:nvSpPr>
          <p:spPr>
            <a:xfrm>
              <a:off x="3797416" y="2361018"/>
              <a:ext cx="32260" cy="25770"/>
            </a:xfrm>
            <a:custGeom>
              <a:avLst/>
              <a:gdLst/>
              <a:ahLst/>
              <a:cxnLst/>
              <a:rect l="l" t="t" r="r" b="b"/>
              <a:pathLst>
                <a:path w="1946" h="1559" extrusionOk="0">
                  <a:moveTo>
                    <a:pt x="976" y="1"/>
                  </a:moveTo>
                  <a:cubicBezTo>
                    <a:pt x="894" y="1"/>
                    <a:pt x="812" y="14"/>
                    <a:pt x="729" y="42"/>
                  </a:cubicBezTo>
                  <a:cubicBezTo>
                    <a:pt x="66" y="240"/>
                    <a:pt x="0" y="1168"/>
                    <a:pt x="662" y="1499"/>
                  </a:cubicBezTo>
                  <a:cubicBezTo>
                    <a:pt x="766" y="1540"/>
                    <a:pt x="869" y="1559"/>
                    <a:pt x="969" y="1559"/>
                  </a:cubicBezTo>
                  <a:cubicBezTo>
                    <a:pt x="1509" y="1559"/>
                    <a:pt x="1946" y="1009"/>
                    <a:pt x="1722" y="505"/>
                  </a:cubicBezTo>
                  <a:cubicBezTo>
                    <a:pt x="1565" y="191"/>
                    <a:pt x="1283" y="1"/>
                    <a:pt x="9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554;p25">
              <a:extLst>
                <a:ext uri="{FF2B5EF4-FFF2-40B4-BE49-F238E27FC236}">
                  <a16:creationId xmlns:a16="http://schemas.microsoft.com/office/drawing/2014/main" id="{1AE62B80-66AA-0E63-CE06-AFFABF4046DB}"/>
                </a:ext>
              </a:extLst>
            </p:cNvPr>
            <p:cNvSpPr/>
            <p:nvPr/>
          </p:nvSpPr>
          <p:spPr>
            <a:xfrm>
              <a:off x="3755691" y="2402029"/>
              <a:ext cx="73952" cy="60847"/>
            </a:xfrm>
            <a:custGeom>
              <a:avLst/>
              <a:gdLst/>
              <a:ahLst/>
              <a:cxnLst/>
              <a:rect l="l" t="t" r="r" b="b"/>
              <a:pathLst>
                <a:path w="4461" h="3681" extrusionOk="0">
                  <a:moveTo>
                    <a:pt x="2216" y="1"/>
                  </a:moveTo>
                  <a:cubicBezTo>
                    <a:pt x="1985" y="1"/>
                    <a:pt x="1750" y="47"/>
                    <a:pt x="1524" y="144"/>
                  </a:cubicBezTo>
                  <a:cubicBezTo>
                    <a:pt x="0" y="806"/>
                    <a:pt x="67" y="2925"/>
                    <a:pt x="1524" y="3521"/>
                  </a:cubicBezTo>
                  <a:cubicBezTo>
                    <a:pt x="1775" y="3631"/>
                    <a:pt x="2027" y="3681"/>
                    <a:pt x="2268" y="3681"/>
                  </a:cubicBezTo>
                  <a:cubicBezTo>
                    <a:pt x="3490" y="3681"/>
                    <a:pt x="4461" y="2409"/>
                    <a:pt x="3908" y="1137"/>
                  </a:cubicBezTo>
                  <a:cubicBezTo>
                    <a:pt x="3608" y="437"/>
                    <a:pt x="2930" y="1"/>
                    <a:pt x="2216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555;p25">
              <a:extLst>
                <a:ext uri="{FF2B5EF4-FFF2-40B4-BE49-F238E27FC236}">
                  <a16:creationId xmlns:a16="http://schemas.microsoft.com/office/drawing/2014/main" id="{41C901BE-B29F-12FC-1D3D-CBE351B53B85}"/>
                </a:ext>
              </a:extLst>
            </p:cNvPr>
            <p:cNvSpPr/>
            <p:nvPr/>
          </p:nvSpPr>
          <p:spPr>
            <a:xfrm>
              <a:off x="3651385" y="2508069"/>
              <a:ext cx="74101" cy="60566"/>
            </a:xfrm>
            <a:custGeom>
              <a:avLst/>
              <a:gdLst/>
              <a:ahLst/>
              <a:cxnLst/>
              <a:rect l="l" t="t" r="r" b="b"/>
              <a:pathLst>
                <a:path w="4470" h="3664" extrusionOk="0">
                  <a:moveTo>
                    <a:pt x="2255" y="1"/>
                  </a:moveTo>
                  <a:cubicBezTo>
                    <a:pt x="2012" y="1"/>
                    <a:pt x="1763" y="50"/>
                    <a:pt x="1524" y="153"/>
                  </a:cubicBezTo>
                  <a:cubicBezTo>
                    <a:pt x="1" y="749"/>
                    <a:pt x="1" y="2935"/>
                    <a:pt x="1524" y="3531"/>
                  </a:cubicBezTo>
                  <a:cubicBezTo>
                    <a:pt x="1756" y="3622"/>
                    <a:pt x="1989" y="3663"/>
                    <a:pt x="2214" y="3663"/>
                  </a:cubicBezTo>
                  <a:cubicBezTo>
                    <a:pt x="3461" y="3663"/>
                    <a:pt x="4469" y="2381"/>
                    <a:pt x="3908" y="1146"/>
                  </a:cubicBezTo>
                  <a:cubicBezTo>
                    <a:pt x="3613" y="410"/>
                    <a:pt x="2954" y="1"/>
                    <a:pt x="2255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556;p25">
              <a:extLst>
                <a:ext uri="{FF2B5EF4-FFF2-40B4-BE49-F238E27FC236}">
                  <a16:creationId xmlns:a16="http://schemas.microsoft.com/office/drawing/2014/main" id="{088D8269-789A-B072-E2FD-4AB28E0EBA25}"/>
                </a:ext>
              </a:extLst>
            </p:cNvPr>
            <p:cNvSpPr/>
            <p:nvPr/>
          </p:nvSpPr>
          <p:spPr>
            <a:xfrm>
              <a:off x="3535011" y="2534104"/>
              <a:ext cx="39537" cy="35903"/>
            </a:xfrm>
            <a:custGeom>
              <a:avLst/>
              <a:gdLst/>
              <a:ahLst/>
              <a:cxnLst/>
              <a:rect l="l" t="t" r="r" b="b"/>
              <a:pathLst>
                <a:path w="2385" h="2172" extrusionOk="0">
                  <a:moveTo>
                    <a:pt x="808" y="0"/>
                  </a:moveTo>
                  <a:cubicBezTo>
                    <a:pt x="568" y="0"/>
                    <a:pt x="336" y="71"/>
                    <a:pt x="199" y="300"/>
                  </a:cubicBezTo>
                  <a:cubicBezTo>
                    <a:pt x="0" y="565"/>
                    <a:pt x="265" y="1227"/>
                    <a:pt x="331" y="1492"/>
                  </a:cubicBezTo>
                  <a:cubicBezTo>
                    <a:pt x="464" y="1691"/>
                    <a:pt x="530" y="2022"/>
                    <a:pt x="795" y="2154"/>
                  </a:cubicBezTo>
                  <a:cubicBezTo>
                    <a:pt x="830" y="2166"/>
                    <a:pt x="867" y="2172"/>
                    <a:pt x="904" y="2172"/>
                  </a:cubicBezTo>
                  <a:cubicBezTo>
                    <a:pt x="1284" y="2172"/>
                    <a:pt x="1740" y="1595"/>
                    <a:pt x="1921" y="1293"/>
                  </a:cubicBezTo>
                  <a:cubicBezTo>
                    <a:pt x="2120" y="962"/>
                    <a:pt x="2384" y="631"/>
                    <a:pt x="2252" y="432"/>
                  </a:cubicBezTo>
                  <a:cubicBezTo>
                    <a:pt x="2053" y="168"/>
                    <a:pt x="1391" y="101"/>
                    <a:pt x="1126" y="35"/>
                  </a:cubicBezTo>
                  <a:cubicBezTo>
                    <a:pt x="1024" y="15"/>
                    <a:pt x="915" y="0"/>
                    <a:pt x="808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557;p25">
              <a:extLst>
                <a:ext uri="{FF2B5EF4-FFF2-40B4-BE49-F238E27FC236}">
                  <a16:creationId xmlns:a16="http://schemas.microsoft.com/office/drawing/2014/main" id="{44946457-20C0-536F-CBD4-361EF0CB3F05}"/>
                </a:ext>
              </a:extLst>
            </p:cNvPr>
            <p:cNvSpPr/>
            <p:nvPr/>
          </p:nvSpPr>
          <p:spPr>
            <a:xfrm>
              <a:off x="3586617" y="2563973"/>
              <a:ext cx="45024" cy="39110"/>
            </a:xfrm>
            <a:custGeom>
              <a:avLst/>
              <a:gdLst/>
              <a:ahLst/>
              <a:cxnLst/>
              <a:rect l="l" t="t" r="r" b="b"/>
              <a:pathLst>
                <a:path w="2716" h="2366" extrusionOk="0">
                  <a:moveTo>
                    <a:pt x="1410" y="0"/>
                  </a:moveTo>
                  <a:cubicBezTo>
                    <a:pt x="986" y="0"/>
                    <a:pt x="580" y="639"/>
                    <a:pt x="397" y="943"/>
                  </a:cubicBezTo>
                  <a:cubicBezTo>
                    <a:pt x="265" y="1275"/>
                    <a:pt x="0" y="1672"/>
                    <a:pt x="199" y="1937"/>
                  </a:cubicBezTo>
                  <a:cubicBezTo>
                    <a:pt x="464" y="2202"/>
                    <a:pt x="1192" y="2268"/>
                    <a:pt x="1523" y="2334"/>
                  </a:cubicBezTo>
                  <a:cubicBezTo>
                    <a:pt x="1632" y="2352"/>
                    <a:pt x="1751" y="2366"/>
                    <a:pt x="1869" y="2366"/>
                  </a:cubicBezTo>
                  <a:cubicBezTo>
                    <a:pt x="2181" y="2366"/>
                    <a:pt x="2487" y="2273"/>
                    <a:pt x="2583" y="1937"/>
                  </a:cubicBezTo>
                  <a:cubicBezTo>
                    <a:pt x="2715" y="1672"/>
                    <a:pt x="2186" y="877"/>
                    <a:pt x="2053" y="612"/>
                  </a:cubicBezTo>
                  <a:cubicBezTo>
                    <a:pt x="1921" y="347"/>
                    <a:pt x="1722" y="82"/>
                    <a:pt x="1523" y="16"/>
                  </a:cubicBezTo>
                  <a:cubicBezTo>
                    <a:pt x="1485" y="5"/>
                    <a:pt x="1447" y="0"/>
                    <a:pt x="1410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558;p25">
              <a:extLst>
                <a:ext uri="{FF2B5EF4-FFF2-40B4-BE49-F238E27FC236}">
                  <a16:creationId xmlns:a16="http://schemas.microsoft.com/office/drawing/2014/main" id="{45F56A36-00B8-84DC-9F6E-FAB5579D28B7}"/>
                </a:ext>
              </a:extLst>
            </p:cNvPr>
            <p:cNvSpPr/>
            <p:nvPr/>
          </p:nvSpPr>
          <p:spPr>
            <a:xfrm>
              <a:off x="3577831" y="2518913"/>
              <a:ext cx="38443" cy="35573"/>
            </a:xfrm>
            <a:custGeom>
              <a:avLst/>
              <a:gdLst/>
              <a:ahLst/>
              <a:cxnLst/>
              <a:rect l="l" t="t" r="r" b="b"/>
              <a:pathLst>
                <a:path w="2319" h="2152" extrusionOk="0">
                  <a:moveTo>
                    <a:pt x="1789" y="0"/>
                  </a:moveTo>
                  <a:cubicBezTo>
                    <a:pt x="1479" y="0"/>
                    <a:pt x="957" y="310"/>
                    <a:pt x="729" y="424"/>
                  </a:cubicBezTo>
                  <a:cubicBezTo>
                    <a:pt x="464" y="490"/>
                    <a:pt x="199" y="689"/>
                    <a:pt x="133" y="888"/>
                  </a:cubicBezTo>
                  <a:cubicBezTo>
                    <a:pt x="0" y="1285"/>
                    <a:pt x="662" y="1749"/>
                    <a:pt x="927" y="1881"/>
                  </a:cubicBezTo>
                  <a:cubicBezTo>
                    <a:pt x="1174" y="1980"/>
                    <a:pt x="1456" y="2151"/>
                    <a:pt x="1694" y="2151"/>
                  </a:cubicBezTo>
                  <a:cubicBezTo>
                    <a:pt x="1776" y="2151"/>
                    <a:pt x="1853" y="2131"/>
                    <a:pt x="1921" y="2080"/>
                  </a:cubicBezTo>
                  <a:cubicBezTo>
                    <a:pt x="2186" y="1815"/>
                    <a:pt x="2186" y="1219"/>
                    <a:pt x="2252" y="888"/>
                  </a:cubicBezTo>
                  <a:cubicBezTo>
                    <a:pt x="2318" y="557"/>
                    <a:pt x="2318" y="159"/>
                    <a:pt x="1921" y="27"/>
                  </a:cubicBezTo>
                  <a:cubicBezTo>
                    <a:pt x="1884" y="8"/>
                    <a:pt x="1839" y="0"/>
                    <a:pt x="1789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559;p25">
              <a:extLst>
                <a:ext uri="{FF2B5EF4-FFF2-40B4-BE49-F238E27FC236}">
                  <a16:creationId xmlns:a16="http://schemas.microsoft.com/office/drawing/2014/main" id="{DC85CA07-DEBD-7A69-106F-CF65B3AF4399}"/>
                </a:ext>
              </a:extLst>
            </p:cNvPr>
            <p:cNvSpPr/>
            <p:nvPr/>
          </p:nvSpPr>
          <p:spPr>
            <a:xfrm>
              <a:off x="3536105" y="2578536"/>
              <a:ext cx="43930" cy="41259"/>
            </a:xfrm>
            <a:custGeom>
              <a:avLst/>
              <a:gdLst/>
              <a:ahLst/>
              <a:cxnLst/>
              <a:rect l="l" t="t" r="r" b="b"/>
              <a:pathLst>
                <a:path w="2650" h="2496" extrusionOk="0">
                  <a:moveTo>
                    <a:pt x="914" y="1"/>
                  </a:moveTo>
                  <a:cubicBezTo>
                    <a:pt x="849" y="1"/>
                    <a:pt x="788" y="19"/>
                    <a:pt x="729" y="62"/>
                  </a:cubicBezTo>
                  <a:cubicBezTo>
                    <a:pt x="464" y="327"/>
                    <a:pt x="332" y="990"/>
                    <a:pt x="199" y="1387"/>
                  </a:cubicBezTo>
                  <a:cubicBezTo>
                    <a:pt x="67" y="1718"/>
                    <a:pt x="0" y="2248"/>
                    <a:pt x="398" y="2447"/>
                  </a:cubicBezTo>
                  <a:cubicBezTo>
                    <a:pt x="443" y="2481"/>
                    <a:pt x="505" y="2496"/>
                    <a:pt x="576" y="2496"/>
                  </a:cubicBezTo>
                  <a:cubicBezTo>
                    <a:pt x="921" y="2496"/>
                    <a:pt x="1503" y="2159"/>
                    <a:pt x="1722" y="2049"/>
                  </a:cubicBezTo>
                  <a:cubicBezTo>
                    <a:pt x="1987" y="1983"/>
                    <a:pt x="2385" y="1784"/>
                    <a:pt x="2451" y="1520"/>
                  </a:cubicBezTo>
                  <a:cubicBezTo>
                    <a:pt x="2650" y="1056"/>
                    <a:pt x="1987" y="526"/>
                    <a:pt x="1656" y="327"/>
                  </a:cubicBezTo>
                  <a:cubicBezTo>
                    <a:pt x="1398" y="224"/>
                    <a:pt x="1140" y="1"/>
                    <a:pt x="914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560;p25">
              <a:extLst>
                <a:ext uri="{FF2B5EF4-FFF2-40B4-BE49-F238E27FC236}">
                  <a16:creationId xmlns:a16="http://schemas.microsoft.com/office/drawing/2014/main" id="{DFCE470A-ED50-6B07-B989-C6877BAEF39A}"/>
                </a:ext>
              </a:extLst>
            </p:cNvPr>
            <p:cNvSpPr/>
            <p:nvPr/>
          </p:nvSpPr>
          <p:spPr>
            <a:xfrm>
              <a:off x="3497679" y="2545741"/>
              <a:ext cx="248149" cy="323674"/>
            </a:xfrm>
            <a:custGeom>
              <a:avLst/>
              <a:gdLst/>
              <a:ahLst/>
              <a:cxnLst/>
              <a:rect l="l" t="t" r="r" b="b"/>
              <a:pathLst>
                <a:path w="14969" h="19581" extrusionOk="0">
                  <a:moveTo>
                    <a:pt x="7964" y="1"/>
                  </a:moveTo>
                  <a:cubicBezTo>
                    <a:pt x="7865" y="1"/>
                    <a:pt x="7770" y="19"/>
                    <a:pt x="7683" y="60"/>
                  </a:cubicBezTo>
                  <a:cubicBezTo>
                    <a:pt x="6425" y="589"/>
                    <a:pt x="6690" y="2378"/>
                    <a:pt x="7087" y="3768"/>
                  </a:cubicBezTo>
                  <a:cubicBezTo>
                    <a:pt x="7683" y="6020"/>
                    <a:pt x="8213" y="8206"/>
                    <a:pt x="6226" y="10193"/>
                  </a:cubicBezTo>
                  <a:cubicBezTo>
                    <a:pt x="5891" y="10527"/>
                    <a:pt x="5514" y="10670"/>
                    <a:pt x="5122" y="10670"/>
                  </a:cubicBezTo>
                  <a:cubicBezTo>
                    <a:pt x="3884" y="10670"/>
                    <a:pt x="2493" y="9248"/>
                    <a:pt x="1789" y="7941"/>
                  </a:cubicBezTo>
                  <a:cubicBezTo>
                    <a:pt x="1673" y="7748"/>
                    <a:pt x="1490" y="7645"/>
                    <a:pt x="1318" y="7645"/>
                  </a:cubicBezTo>
                  <a:cubicBezTo>
                    <a:pt x="1194" y="7645"/>
                    <a:pt x="1077" y="7698"/>
                    <a:pt x="994" y="7808"/>
                  </a:cubicBezTo>
                  <a:cubicBezTo>
                    <a:pt x="0" y="9199"/>
                    <a:pt x="861" y="13173"/>
                    <a:pt x="1457" y="14034"/>
                  </a:cubicBezTo>
                  <a:cubicBezTo>
                    <a:pt x="3179" y="16816"/>
                    <a:pt x="7087" y="19399"/>
                    <a:pt x="10398" y="19465"/>
                  </a:cubicBezTo>
                  <a:cubicBezTo>
                    <a:pt x="10709" y="19543"/>
                    <a:pt x="11028" y="19580"/>
                    <a:pt x="11346" y="19580"/>
                  </a:cubicBezTo>
                  <a:cubicBezTo>
                    <a:pt x="12382" y="19580"/>
                    <a:pt x="13413" y="19181"/>
                    <a:pt x="14174" y="18471"/>
                  </a:cubicBezTo>
                  <a:cubicBezTo>
                    <a:pt x="14968" y="17478"/>
                    <a:pt x="14836" y="15756"/>
                    <a:pt x="14836" y="14564"/>
                  </a:cubicBezTo>
                  <a:cubicBezTo>
                    <a:pt x="14703" y="12709"/>
                    <a:pt x="14107" y="10921"/>
                    <a:pt x="13048" y="9464"/>
                  </a:cubicBezTo>
                  <a:cubicBezTo>
                    <a:pt x="12187" y="8007"/>
                    <a:pt x="11591" y="6418"/>
                    <a:pt x="11326" y="4762"/>
                  </a:cubicBezTo>
                  <a:cubicBezTo>
                    <a:pt x="11259" y="3835"/>
                    <a:pt x="10995" y="2907"/>
                    <a:pt x="10531" y="2046"/>
                  </a:cubicBezTo>
                  <a:cubicBezTo>
                    <a:pt x="10114" y="1451"/>
                    <a:pt x="8842" y="1"/>
                    <a:pt x="7964" y="1"/>
                  </a:cubicBezTo>
                  <a:close/>
                </a:path>
              </a:pathLst>
            </a:custGeom>
            <a:solidFill>
              <a:srgbClr val="F6B2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561;p25">
              <a:extLst>
                <a:ext uri="{FF2B5EF4-FFF2-40B4-BE49-F238E27FC236}">
                  <a16:creationId xmlns:a16="http://schemas.microsoft.com/office/drawing/2014/main" id="{F440E181-4CDE-1404-C46D-DCDC68DB2E5C}"/>
                </a:ext>
              </a:extLst>
            </p:cNvPr>
            <p:cNvSpPr/>
            <p:nvPr/>
          </p:nvSpPr>
          <p:spPr>
            <a:xfrm>
              <a:off x="4751501" y="1538436"/>
              <a:ext cx="972768" cy="1604947"/>
            </a:xfrm>
            <a:custGeom>
              <a:avLst/>
              <a:gdLst/>
              <a:ahLst/>
              <a:cxnLst/>
              <a:rect l="l" t="t" r="r" b="b"/>
              <a:pathLst>
                <a:path w="58680" h="97093" extrusionOk="0">
                  <a:moveTo>
                    <a:pt x="50931" y="0"/>
                  </a:moveTo>
                  <a:cubicBezTo>
                    <a:pt x="49540" y="1391"/>
                    <a:pt x="48215" y="2782"/>
                    <a:pt x="46957" y="4173"/>
                  </a:cubicBezTo>
                  <a:cubicBezTo>
                    <a:pt x="44506" y="6822"/>
                    <a:pt x="42056" y="9537"/>
                    <a:pt x="39738" y="12385"/>
                  </a:cubicBezTo>
                  <a:cubicBezTo>
                    <a:pt x="38943" y="13379"/>
                    <a:pt x="38148" y="14306"/>
                    <a:pt x="37354" y="15299"/>
                  </a:cubicBezTo>
                  <a:cubicBezTo>
                    <a:pt x="34969" y="18213"/>
                    <a:pt x="32718" y="21194"/>
                    <a:pt x="30532" y="24240"/>
                  </a:cubicBezTo>
                  <a:cubicBezTo>
                    <a:pt x="29804" y="25300"/>
                    <a:pt x="29009" y="26293"/>
                    <a:pt x="28280" y="27353"/>
                  </a:cubicBezTo>
                  <a:cubicBezTo>
                    <a:pt x="25896" y="30731"/>
                    <a:pt x="23644" y="34108"/>
                    <a:pt x="21392" y="37552"/>
                  </a:cubicBezTo>
                  <a:cubicBezTo>
                    <a:pt x="20664" y="38678"/>
                    <a:pt x="19935" y="39804"/>
                    <a:pt x="19207" y="40864"/>
                  </a:cubicBezTo>
                  <a:lnTo>
                    <a:pt x="17154" y="44175"/>
                  </a:lnTo>
                  <a:cubicBezTo>
                    <a:pt x="15564" y="46758"/>
                    <a:pt x="13975" y="49341"/>
                    <a:pt x="12385" y="51924"/>
                  </a:cubicBezTo>
                  <a:cubicBezTo>
                    <a:pt x="11789" y="52918"/>
                    <a:pt x="11193" y="53845"/>
                    <a:pt x="10663" y="54838"/>
                  </a:cubicBezTo>
                  <a:cubicBezTo>
                    <a:pt x="8411" y="58613"/>
                    <a:pt x="6358" y="62455"/>
                    <a:pt x="4570" y="66428"/>
                  </a:cubicBezTo>
                  <a:cubicBezTo>
                    <a:pt x="2053" y="71992"/>
                    <a:pt x="0" y="76694"/>
                    <a:pt x="2716" y="82655"/>
                  </a:cubicBezTo>
                  <a:cubicBezTo>
                    <a:pt x="3444" y="84244"/>
                    <a:pt x="4305" y="85701"/>
                    <a:pt x="5299" y="87158"/>
                  </a:cubicBezTo>
                  <a:cubicBezTo>
                    <a:pt x="6358" y="88615"/>
                    <a:pt x="7418" y="90006"/>
                    <a:pt x="8610" y="91397"/>
                  </a:cubicBezTo>
                  <a:lnTo>
                    <a:pt x="9140" y="92059"/>
                  </a:lnTo>
                  <a:cubicBezTo>
                    <a:pt x="9206" y="92125"/>
                    <a:pt x="9405" y="92390"/>
                    <a:pt x="9736" y="92655"/>
                  </a:cubicBezTo>
                  <a:cubicBezTo>
                    <a:pt x="10993" y="93978"/>
                    <a:pt x="13702" y="96555"/>
                    <a:pt x="13446" y="97090"/>
                  </a:cubicBezTo>
                  <a:lnTo>
                    <a:pt x="13446" y="97090"/>
                  </a:lnTo>
                  <a:cubicBezTo>
                    <a:pt x="16293" y="91263"/>
                    <a:pt x="18942" y="85435"/>
                    <a:pt x="21525" y="79542"/>
                  </a:cubicBezTo>
                  <a:cubicBezTo>
                    <a:pt x="22585" y="77158"/>
                    <a:pt x="23644" y="74773"/>
                    <a:pt x="24638" y="72389"/>
                  </a:cubicBezTo>
                  <a:cubicBezTo>
                    <a:pt x="26227" y="68746"/>
                    <a:pt x="27750" y="65170"/>
                    <a:pt x="29274" y="61527"/>
                  </a:cubicBezTo>
                  <a:lnTo>
                    <a:pt x="32320" y="54308"/>
                  </a:lnTo>
                  <a:lnTo>
                    <a:pt x="32651" y="53381"/>
                  </a:lnTo>
                  <a:cubicBezTo>
                    <a:pt x="34307" y="49474"/>
                    <a:pt x="36095" y="45566"/>
                    <a:pt x="38016" y="41725"/>
                  </a:cubicBezTo>
                  <a:cubicBezTo>
                    <a:pt x="38877" y="39937"/>
                    <a:pt x="39804" y="38082"/>
                    <a:pt x="40731" y="36294"/>
                  </a:cubicBezTo>
                  <a:cubicBezTo>
                    <a:pt x="42387" y="33115"/>
                    <a:pt x="44175" y="30002"/>
                    <a:pt x="45964" y="26889"/>
                  </a:cubicBezTo>
                  <a:cubicBezTo>
                    <a:pt x="46758" y="25432"/>
                    <a:pt x="47553" y="24042"/>
                    <a:pt x="48414" y="22651"/>
                  </a:cubicBezTo>
                  <a:cubicBezTo>
                    <a:pt x="48480" y="22518"/>
                    <a:pt x="48546" y="22452"/>
                    <a:pt x="48613" y="22320"/>
                  </a:cubicBezTo>
                  <a:cubicBezTo>
                    <a:pt x="49739" y="20465"/>
                    <a:pt x="51858" y="16955"/>
                    <a:pt x="53845" y="13644"/>
                  </a:cubicBezTo>
                  <a:cubicBezTo>
                    <a:pt x="56030" y="10067"/>
                    <a:pt x="58150" y="6756"/>
                    <a:pt x="58680" y="5961"/>
                  </a:cubicBezTo>
                  <a:cubicBezTo>
                    <a:pt x="56295" y="4967"/>
                    <a:pt x="53447" y="1325"/>
                    <a:pt x="50931" y="0"/>
                  </a:cubicBezTo>
                  <a:close/>
                  <a:moveTo>
                    <a:pt x="13446" y="97090"/>
                  </a:moveTo>
                  <a:lnTo>
                    <a:pt x="13446" y="97090"/>
                  </a:lnTo>
                  <a:cubicBezTo>
                    <a:pt x="13446" y="97091"/>
                    <a:pt x="13445" y="97092"/>
                    <a:pt x="13445" y="97093"/>
                  </a:cubicBezTo>
                  <a:cubicBezTo>
                    <a:pt x="13445" y="97092"/>
                    <a:pt x="13446" y="97091"/>
                    <a:pt x="13446" y="9709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562;p25">
              <a:extLst>
                <a:ext uri="{FF2B5EF4-FFF2-40B4-BE49-F238E27FC236}">
                  <a16:creationId xmlns:a16="http://schemas.microsoft.com/office/drawing/2014/main" id="{20608F3A-E4F4-97DE-DB98-030F83267E34}"/>
                </a:ext>
              </a:extLst>
            </p:cNvPr>
            <p:cNvSpPr/>
            <p:nvPr/>
          </p:nvSpPr>
          <p:spPr>
            <a:xfrm>
              <a:off x="4053356" y="2887399"/>
              <a:ext cx="1084633" cy="1266099"/>
            </a:xfrm>
            <a:custGeom>
              <a:avLst/>
              <a:gdLst/>
              <a:ahLst/>
              <a:cxnLst/>
              <a:rect l="l" t="t" r="r" b="b"/>
              <a:pathLst>
                <a:path w="65428" h="76594" extrusionOk="0">
                  <a:moveTo>
                    <a:pt x="28234" y="1"/>
                  </a:moveTo>
                  <a:cubicBezTo>
                    <a:pt x="20454" y="1"/>
                    <a:pt x="13269" y="4336"/>
                    <a:pt x="9596" y="11247"/>
                  </a:cubicBezTo>
                  <a:cubicBezTo>
                    <a:pt x="9596" y="11247"/>
                    <a:pt x="10059" y="12969"/>
                    <a:pt x="10589" y="15618"/>
                  </a:cubicBezTo>
                  <a:cubicBezTo>
                    <a:pt x="10788" y="16810"/>
                    <a:pt x="11053" y="18201"/>
                    <a:pt x="11251" y="19724"/>
                  </a:cubicBezTo>
                  <a:cubicBezTo>
                    <a:pt x="11715" y="23036"/>
                    <a:pt x="11848" y="26347"/>
                    <a:pt x="11781" y="29659"/>
                  </a:cubicBezTo>
                  <a:cubicBezTo>
                    <a:pt x="11715" y="30917"/>
                    <a:pt x="11583" y="32109"/>
                    <a:pt x="11450" y="33301"/>
                  </a:cubicBezTo>
                  <a:cubicBezTo>
                    <a:pt x="11119" y="35752"/>
                    <a:pt x="10258" y="38136"/>
                    <a:pt x="8867" y="40189"/>
                  </a:cubicBezTo>
                  <a:lnTo>
                    <a:pt x="8536" y="40587"/>
                  </a:lnTo>
                  <a:cubicBezTo>
                    <a:pt x="7543" y="41845"/>
                    <a:pt x="6748" y="42905"/>
                    <a:pt x="5887" y="43898"/>
                  </a:cubicBezTo>
                  <a:cubicBezTo>
                    <a:pt x="5092" y="44825"/>
                    <a:pt x="4364" y="45620"/>
                    <a:pt x="3768" y="46349"/>
                  </a:cubicBezTo>
                  <a:cubicBezTo>
                    <a:pt x="2774" y="47408"/>
                    <a:pt x="1913" y="48534"/>
                    <a:pt x="1118" y="49793"/>
                  </a:cubicBezTo>
                  <a:cubicBezTo>
                    <a:pt x="522" y="50852"/>
                    <a:pt x="191" y="52111"/>
                    <a:pt x="191" y="53303"/>
                  </a:cubicBezTo>
                  <a:cubicBezTo>
                    <a:pt x="1" y="57619"/>
                    <a:pt x="3156" y="76593"/>
                    <a:pt x="29766" y="76593"/>
                  </a:cubicBezTo>
                  <a:cubicBezTo>
                    <a:pt x="30923" y="76593"/>
                    <a:pt x="32125" y="76557"/>
                    <a:pt x="33372" y="76483"/>
                  </a:cubicBezTo>
                  <a:cubicBezTo>
                    <a:pt x="54897" y="75291"/>
                    <a:pt x="61983" y="64827"/>
                    <a:pt x="64301" y="57409"/>
                  </a:cubicBezTo>
                  <a:cubicBezTo>
                    <a:pt x="64963" y="55223"/>
                    <a:pt x="65361" y="53038"/>
                    <a:pt x="65427" y="50852"/>
                  </a:cubicBezTo>
                  <a:cubicBezTo>
                    <a:pt x="65427" y="50720"/>
                    <a:pt x="65427" y="50653"/>
                    <a:pt x="65427" y="50587"/>
                  </a:cubicBezTo>
                  <a:cubicBezTo>
                    <a:pt x="65361" y="48137"/>
                    <a:pt x="62116" y="46150"/>
                    <a:pt x="59135" y="42573"/>
                  </a:cubicBezTo>
                  <a:cubicBezTo>
                    <a:pt x="57877" y="41183"/>
                    <a:pt x="56817" y="39593"/>
                    <a:pt x="55956" y="37937"/>
                  </a:cubicBezTo>
                  <a:cubicBezTo>
                    <a:pt x="54963" y="35884"/>
                    <a:pt x="54301" y="33765"/>
                    <a:pt x="54036" y="31513"/>
                  </a:cubicBezTo>
                  <a:cubicBezTo>
                    <a:pt x="53903" y="30917"/>
                    <a:pt x="53837" y="30255"/>
                    <a:pt x="53771" y="29659"/>
                  </a:cubicBezTo>
                  <a:cubicBezTo>
                    <a:pt x="53440" y="27208"/>
                    <a:pt x="53108" y="24758"/>
                    <a:pt x="52910" y="22506"/>
                  </a:cubicBezTo>
                  <a:cubicBezTo>
                    <a:pt x="52645" y="19989"/>
                    <a:pt x="52380" y="17737"/>
                    <a:pt x="52247" y="15817"/>
                  </a:cubicBezTo>
                  <a:cubicBezTo>
                    <a:pt x="52049" y="13830"/>
                    <a:pt x="51916" y="12240"/>
                    <a:pt x="51850" y="11048"/>
                  </a:cubicBezTo>
                  <a:cubicBezTo>
                    <a:pt x="51784" y="10386"/>
                    <a:pt x="51784" y="9989"/>
                    <a:pt x="51784" y="9591"/>
                  </a:cubicBezTo>
                  <a:cubicBezTo>
                    <a:pt x="51718" y="9128"/>
                    <a:pt x="51718" y="8929"/>
                    <a:pt x="51718" y="8929"/>
                  </a:cubicBezTo>
                  <a:cubicBezTo>
                    <a:pt x="50393" y="7604"/>
                    <a:pt x="49002" y="6478"/>
                    <a:pt x="47413" y="5551"/>
                  </a:cubicBezTo>
                  <a:cubicBezTo>
                    <a:pt x="42048" y="2174"/>
                    <a:pt x="35955" y="319"/>
                    <a:pt x="29729" y="54"/>
                  </a:cubicBezTo>
                  <a:cubicBezTo>
                    <a:pt x="29229" y="18"/>
                    <a:pt x="28730" y="1"/>
                    <a:pt x="282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563;p25">
              <a:extLst>
                <a:ext uri="{FF2B5EF4-FFF2-40B4-BE49-F238E27FC236}">
                  <a16:creationId xmlns:a16="http://schemas.microsoft.com/office/drawing/2014/main" id="{894399B1-549E-C9AC-A28E-569DBBFF5B3E}"/>
                </a:ext>
              </a:extLst>
            </p:cNvPr>
            <p:cNvSpPr/>
            <p:nvPr/>
          </p:nvSpPr>
          <p:spPr>
            <a:xfrm>
              <a:off x="3577831" y="2816915"/>
              <a:ext cx="634603" cy="645480"/>
            </a:xfrm>
            <a:custGeom>
              <a:avLst/>
              <a:gdLst/>
              <a:ahLst/>
              <a:cxnLst/>
              <a:rect l="l" t="t" r="r" b="b"/>
              <a:pathLst>
                <a:path w="38281" h="39049" extrusionOk="0">
                  <a:moveTo>
                    <a:pt x="8642" y="1"/>
                  </a:moveTo>
                  <a:cubicBezTo>
                    <a:pt x="6402" y="1"/>
                    <a:pt x="3989" y="315"/>
                    <a:pt x="2517" y="2199"/>
                  </a:cubicBezTo>
                  <a:cubicBezTo>
                    <a:pt x="1855" y="3259"/>
                    <a:pt x="1325" y="4451"/>
                    <a:pt x="1126" y="5709"/>
                  </a:cubicBezTo>
                  <a:cubicBezTo>
                    <a:pt x="1060" y="6040"/>
                    <a:pt x="994" y="6438"/>
                    <a:pt x="927" y="6769"/>
                  </a:cubicBezTo>
                  <a:cubicBezTo>
                    <a:pt x="795" y="7895"/>
                    <a:pt x="662" y="9020"/>
                    <a:pt x="530" y="10080"/>
                  </a:cubicBezTo>
                  <a:cubicBezTo>
                    <a:pt x="398" y="10941"/>
                    <a:pt x="331" y="11736"/>
                    <a:pt x="265" y="12597"/>
                  </a:cubicBezTo>
                  <a:cubicBezTo>
                    <a:pt x="66" y="15047"/>
                    <a:pt x="0" y="17564"/>
                    <a:pt x="66" y="20015"/>
                  </a:cubicBezTo>
                  <a:cubicBezTo>
                    <a:pt x="133" y="21472"/>
                    <a:pt x="199" y="22862"/>
                    <a:pt x="331" y="24253"/>
                  </a:cubicBezTo>
                  <a:cubicBezTo>
                    <a:pt x="464" y="25644"/>
                    <a:pt x="662" y="27035"/>
                    <a:pt x="861" y="28426"/>
                  </a:cubicBezTo>
                  <a:cubicBezTo>
                    <a:pt x="1391" y="31936"/>
                    <a:pt x="1523" y="37036"/>
                    <a:pt x="5365" y="38691"/>
                  </a:cubicBezTo>
                  <a:cubicBezTo>
                    <a:pt x="6279" y="38930"/>
                    <a:pt x="7217" y="39049"/>
                    <a:pt x="8150" y="39049"/>
                  </a:cubicBezTo>
                  <a:cubicBezTo>
                    <a:pt x="8772" y="39049"/>
                    <a:pt x="9392" y="38996"/>
                    <a:pt x="10001" y="38890"/>
                  </a:cubicBezTo>
                  <a:cubicBezTo>
                    <a:pt x="11789" y="38691"/>
                    <a:pt x="13511" y="38360"/>
                    <a:pt x="15167" y="37963"/>
                  </a:cubicBezTo>
                  <a:cubicBezTo>
                    <a:pt x="18015" y="37234"/>
                    <a:pt x="20796" y="36307"/>
                    <a:pt x="23445" y="35181"/>
                  </a:cubicBezTo>
                  <a:cubicBezTo>
                    <a:pt x="25167" y="34453"/>
                    <a:pt x="26823" y="33658"/>
                    <a:pt x="28479" y="32731"/>
                  </a:cubicBezTo>
                  <a:cubicBezTo>
                    <a:pt x="31194" y="31340"/>
                    <a:pt x="33711" y="29552"/>
                    <a:pt x="35963" y="27432"/>
                  </a:cubicBezTo>
                  <a:cubicBezTo>
                    <a:pt x="38281" y="25180"/>
                    <a:pt x="37089" y="21339"/>
                    <a:pt x="37221" y="18558"/>
                  </a:cubicBezTo>
                  <a:cubicBezTo>
                    <a:pt x="37287" y="17299"/>
                    <a:pt x="36161" y="6305"/>
                    <a:pt x="36493" y="6106"/>
                  </a:cubicBezTo>
                  <a:lnTo>
                    <a:pt x="36493" y="6106"/>
                  </a:lnTo>
                  <a:cubicBezTo>
                    <a:pt x="34638" y="7100"/>
                    <a:pt x="33181" y="7961"/>
                    <a:pt x="31923" y="8623"/>
                  </a:cubicBezTo>
                  <a:cubicBezTo>
                    <a:pt x="28545" y="10411"/>
                    <a:pt x="25366" y="12332"/>
                    <a:pt x="22319" y="14186"/>
                  </a:cubicBezTo>
                  <a:cubicBezTo>
                    <a:pt x="20995" y="14981"/>
                    <a:pt x="19670" y="15710"/>
                    <a:pt x="18412" y="16571"/>
                  </a:cubicBezTo>
                  <a:cubicBezTo>
                    <a:pt x="17485" y="17100"/>
                    <a:pt x="16558" y="17697"/>
                    <a:pt x="15630" y="18226"/>
                  </a:cubicBezTo>
                  <a:cubicBezTo>
                    <a:pt x="14504" y="18889"/>
                    <a:pt x="13379" y="19551"/>
                    <a:pt x="12253" y="20213"/>
                  </a:cubicBezTo>
                  <a:lnTo>
                    <a:pt x="12253" y="18756"/>
                  </a:lnTo>
                  <a:cubicBezTo>
                    <a:pt x="12186" y="17829"/>
                    <a:pt x="12120" y="16902"/>
                    <a:pt x="12054" y="15908"/>
                  </a:cubicBezTo>
                  <a:cubicBezTo>
                    <a:pt x="12054" y="15577"/>
                    <a:pt x="11988" y="15246"/>
                    <a:pt x="11988" y="14849"/>
                  </a:cubicBezTo>
                  <a:cubicBezTo>
                    <a:pt x="11855" y="13259"/>
                    <a:pt x="11723" y="11736"/>
                    <a:pt x="11524" y="10146"/>
                  </a:cubicBezTo>
                  <a:cubicBezTo>
                    <a:pt x="11392" y="9087"/>
                    <a:pt x="11259" y="8027"/>
                    <a:pt x="11060" y="7034"/>
                  </a:cubicBezTo>
                  <a:cubicBezTo>
                    <a:pt x="11060" y="6702"/>
                    <a:pt x="10994" y="6371"/>
                    <a:pt x="10928" y="6040"/>
                  </a:cubicBezTo>
                  <a:cubicBezTo>
                    <a:pt x="10729" y="4517"/>
                    <a:pt x="10398" y="2927"/>
                    <a:pt x="10067" y="1404"/>
                  </a:cubicBezTo>
                  <a:lnTo>
                    <a:pt x="9868" y="344"/>
                  </a:lnTo>
                  <a:cubicBezTo>
                    <a:pt x="9802" y="146"/>
                    <a:pt x="9670" y="13"/>
                    <a:pt x="9471" y="13"/>
                  </a:cubicBezTo>
                  <a:cubicBezTo>
                    <a:pt x="9199" y="6"/>
                    <a:pt x="8922" y="1"/>
                    <a:pt x="86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564;p25">
              <a:extLst>
                <a:ext uri="{FF2B5EF4-FFF2-40B4-BE49-F238E27FC236}">
                  <a16:creationId xmlns:a16="http://schemas.microsoft.com/office/drawing/2014/main" id="{63D1E0EE-EDA7-9DD6-254D-E947F55FF956}"/>
                </a:ext>
              </a:extLst>
            </p:cNvPr>
            <p:cNvSpPr/>
            <p:nvPr/>
          </p:nvSpPr>
          <p:spPr>
            <a:xfrm>
              <a:off x="5581520" y="1298370"/>
              <a:ext cx="286575" cy="355031"/>
            </a:xfrm>
            <a:custGeom>
              <a:avLst/>
              <a:gdLst/>
              <a:ahLst/>
              <a:cxnLst/>
              <a:rect l="l" t="t" r="r" b="b"/>
              <a:pathLst>
                <a:path w="17287" h="21478" extrusionOk="0">
                  <a:moveTo>
                    <a:pt x="10517" y="0"/>
                  </a:moveTo>
                  <a:cubicBezTo>
                    <a:pt x="8653" y="0"/>
                    <a:pt x="7085" y="2450"/>
                    <a:pt x="5696" y="3397"/>
                  </a:cubicBezTo>
                  <a:cubicBezTo>
                    <a:pt x="5239" y="2972"/>
                    <a:pt x="4507" y="2660"/>
                    <a:pt x="3795" y="2660"/>
                  </a:cubicBezTo>
                  <a:cubicBezTo>
                    <a:pt x="3065" y="2660"/>
                    <a:pt x="2357" y="2988"/>
                    <a:pt x="1988" y="3860"/>
                  </a:cubicBezTo>
                  <a:cubicBezTo>
                    <a:pt x="1524" y="5052"/>
                    <a:pt x="2253" y="7503"/>
                    <a:pt x="2517" y="8629"/>
                  </a:cubicBezTo>
                  <a:cubicBezTo>
                    <a:pt x="2716" y="9556"/>
                    <a:pt x="2782" y="10549"/>
                    <a:pt x="2981" y="11543"/>
                  </a:cubicBezTo>
                  <a:cubicBezTo>
                    <a:pt x="2584" y="12271"/>
                    <a:pt x="2120" y="12934"/>
                    <a:pt x="1656" y="13530"/>
                  </a:cubicBezTo>
                  <a:cubicBezTo>
                    <a:pt x="1060" y="14192"/>
                    <a:pt x="531" y="14854"/>
                    <a:pt x="1" y="15517"/>
                  </a:cubicBezTo>
                  <a:cubicBezTo>
                    <a:pt x="862" y="16709"/>
                    <a:pt x="1855" y="17835"/>
                    <a:pt x="2981" y="18828"/>
                  </a:cubicBezTo>
                  <a:cubicBezTo>
                    <a:pt x="4239" y="19822"/>
                    <a:pt x="5564" y="20616"/>
                    <a:pt x="7087" y="21212"/>
                  </a:cubicBezTo>
                  <a:lnTo>
                    <a:pt x="7220" y="21279"/>
                  </a:lnTo>
                  <a:lnTo>
                    <a:pt x="7352" y="21345"/>
                  </a:lnTo>
                  <a:lnTo>
                    <a:pt x="7750" y="21477"/>
                  </a:lnTo>
                  <a:cubicBezTo>
                    <a:pt x="9074" y="19888"/>
                    <a:pt x="10664" y="17967"/>
                    <a:pt x="11326" y="17305"/>
                  </a:cubicBezTo>
                  <a:cubicBezTo>
                    <a:pt x="13114" y="15384"/>
                    <a:pt x="16161" y="12934"/>
                    <a:pt x="16955" y="10285"/>
                  </a:cubicBezTo>
                  <a:cubicBezTo>
                    <a:pt x="17287" y="8960"/>
                    <a:pt x="16359" y="7503"/>
                    <a:pt x="16227" y="6178"/>
                  </a:cubicBezTo>
                  <a:cubicBezTo>
                    <a:pt x="16161" y="5317"/>
                    <a:pt x="16293" y="4655"/>
                    <a:pt x="15697" y="3927"/>
                  </a:cubicBezTo>
                  <a:cubicBezTo>
                    <a:pt x="15101" y="3264"/>
                    <a:pt x="14439" y="3264"/>
                    <a:pt x="13975" y="2668"/>
                  </a:cubicBezTo>
                  <a:cubicBezTo>
                    <a:pt x="13512" y="2072"/>
                    <a:pt x="13710" y="1476"/>
                    <a:pt x="12915" y="880"/>
                  </a:cubicBezTo>
                  <a:cubicBezTo>
                    <a:pt x="12319" y="350"/>
                    <a:pt x="11525" y="85"/>
                    <a:pt x="10796" y="19"/>
                  </a:cubicBezTo>
                  <a:cubicBezTo>
                    <a:pt x="10702" y="6"/>
                    <a:pt x="10609" y="0"/>
                    <a:pt x="10517" y="0"/>
                  </a:cubicBezTo>
                  <a:close/>
                </a:path>
              </a:pathLst>
            </a:custGeom>
            <a:solidFill>
              <a:srgbClr val="F6B2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565;p25">
              <a:extLst>
                <a:ext uri="{FF2B5EF4-FFF2-40B4-BE49-F238E27FC236}">
                  <a16:creationId xmlns:a16="http://schemas.microsoft.com/office/drawing/2014/main" id="{B6AF5FB8-30B3-4D34-B02C-72AB52CC1D24}"/>
                </a:ext>
              </a:extLst>
            </p:cNvPr>
            <p:cNvSpPr/>
            <p:nvPr/>
          </p:nvSpPr>
          <p:spPr>
            <a:xfrm>
              <a:off x="3504260" y="1708579"/>
              <a:ext cx="1852204" cy="1821259"/>
            </a:xfrm>
            <a:custGeom>
              <a:avLst/>
              <a:gdLst/>
              <a:ahLst/>
              <a:cxnLst/>
              <a:rect l="l" t="t" r="r" b="b"/>
              <a:pathLst>
                <a:path w="111730" h="110179" extrusionOk="0">
                  <a:moveTo>
                    <a:pt x="64972" y="0"/>
                  </a:moveTo>
                  <a:cubicBezTo>
                    <a:pt x="63137" y="0"/>
                    <a:pt x="61291" y="246"/>
                    <a:pt x="59475" y="768"/>
                  </a:cubicBezTo>
                  <a:cubicBezTo>
                    <a:pt x="57223" y="1430"/>
                    <a:pt x="55170" y="2556"/>
                    <a:pt x="53315" y="4013"/>
                  </a:cubicBezTo>
                  <a:cubicBezTo>
                    <a:pt x="51130" y="5801"/>
                    <a:pt x="51262" y="7126"/>
                    <a:pt x="51527" y="9311"/>
                  </a:cubicBezTo>
                  <a:cubicBezTo>
                    <a:pt x="49143" y="9377"/>
                    <a:pt x="46163" y="11298"/>
                    <a:pt x="44772" y="12490"/>
                  </a:cubicBezTo>
                  <a:cubicBezTo>
                    <a:pt x="40467" y="16331"/>
                    <a:pt x="38016" y="21829"/>
                    <a:pt x="38016" y="27591"/>
                  </a:cubicBezTo>
                  <a:cubicBezTo>
                    <a:pt x="38083" y="32558"/>
                    <a:pt x="40202" y="37525"/>
                    <a:pt x="37023" y="42029"/>
                  </a:cubicBezTo>
                  <a:cubicBezTo>
                    <a:pt x="33645" y="46930"/>
                    <a:pt x="26890" y="47592"/>
                    <a:pt x="22519" y="51367"/>
                  </a:cubicBezTo>
                  <a:cubicBezTo>
                    <a:pt x="19538" y="53884"/>
                    <a:pt x="17353" y="57261"/>
                    <a:pt x="16293" y="60970"/>
                  </a:cubicBezTo>
                  <a:cubicBezTo>
                    <a:pt x="15830" y="63156"/>
                    <a:pt x="16028" y="65474"/>
                    <a:pt x="16889" y="67461"/>
                  </a:cubicBezTo>
                  <a:cubicBezTo>
                    <a:pt x="17684" y="69448"/>
                    <a:pt x="19538" y="71368"/>
                    <a:pt x="18876" y="73686"/>
                  </a:cubicBezTo>
                  <a:cubicBezTo>
                    <a:pt x="17817" y="77329"/>
                    <a:pt x="12452" y="77329"/>
                    <a:pt x="10266" y="79978"/>
                  </a:cubicBezTo>
                  <a:cubicBezTo>
                    <a:pt x="8478" y="82164"/>
                    <a:pt x="8081" y="84283"/>
                    <a:pt x="7419" y="86998"/>
                  </a:cubicBezTo>
                  <a:cubicBezTo>
                    <a:pt x="6226" y="91634"/>
                    <a:pt x="4306" y="92297"/>
                    <a:pt x="1" y="92562"/>
                  </a:cubicBezTo>
                  <a:cubicBezTo>
                    <a:pt x="1060" y="94284"/>
                    <a:pt x="3047" y="95608"/>
                    <a:pt x="4968" y="96535"/>
                  </a:cubicBezTo>
                  <a:lnTo>
                    <a:pt x="4769" y="96734"/>
                  </a:lnTo>
                  <a:cubicBezTo>
                    <a:pt x="4777" y="96726"/>
                    <a:pt x="4792" y="96722"/>
                    <a:pt x="4813" y="96722"/>
                  </a:cubicBezTo>
                  <a:cubicBezTo>
                    <a:pt x="5493" y="96722"/>
                    <a:pt x="12745" y="100720"/>
                    <a:pt x="13644" y="101105"/>
                  </a:cubicBezTo>
                  <a:cubicBezTo>
                    <a:pt x="15763" y="102032"/>
                    <a:pt x="17949" y="102893"/>
                    <a:pt x="20135" y="103688"/>
                  </a:cubicBezTo>
                  <a:lnTo>
                    <a:pt x="20731" y="103887"/>
                  </a:lnTo>
                  <a:cubicBezTo>
                    <a:pt x="32519" y="108059"/>
                    <a:pt x="44904" y="110179"/>
                    <a:pt x="57422" y="110179"/>
                  </a:cubicBezTo>
                  <a:lnTo>
                    <a:pt x="58084" y="110179"/>
                  </a:lnTo>
                  <a:cubicBezTo>
                    <a:pt x="67753" y="110179"/>
                    <a:pt x="77357" y="108854"/>
                    <a:pt x="86629" y="106205"/>
                  </a:cubicBezTo>
                  <a:cubicBezTo>
                    <a:pt x="89212" y="105476"/>
                    <a:pt x="91795" y="104615"/>
                    <a:pt x="94311" y="103622"/>
                  </a:cubicBezTo>
                  <a:cubicBezTo>
                    <a:pt x="100669" y="101105"/>
                    <a:pt x="106630" y="97396"/>
                    <a:pt x="111730" y="92760"/>
                  </a:cubicBezTo>
                  <a:lnTo>
                    <a:pt x="111730" y="92760"/>
                  </a:lnTo>
                  <a:cubicBezTo>
                    <a:pt x="110783" y="93391"/>
                    <a:pt x="109224" y="94145"/>
                    <a:pt x="107865" y="94145"/>
                  </a:cubicBezTo>
                  <a:cubicBezTo>
                    <a:pt x="107226" y="94145"/>
                    <a:pt x="106632" y="93978"/>
                    <a:pt x="106166" y="93555"/>
                  </a:cubicBezTo>
                  <a:cubicBezTo>
                    <a:pt x="104180" y="91767"/>
                    <a:pt x="104444" y="86005"/>
                    <a:pt x="103583" y="83554"/>
                  </a:cubicBezTo>
                  <a:cubicBezTo>
                    <a:pt x="102060" y="79117"/>
                    <a:pt x="99279" y="76468"/>
                    <a:pt x="94643" y="75474"/>
                  </a:cubicBezTo>
                  <a:cubicBezTo>
                    <a:pt x="90404" y="74613"/>
                    <a:pt x="85900" y="74349"/>
                    <a:pt x="85900" y="69116"/>
                  </a:cubicBezTo>
                  <a:cubicBezTo>
                    <a:pt x="85900" y="68123"/>
                    <a:pt x="85966" y="67196"/>
                    <a:pt x="85966" y="66269"/>
                  </a:cubicBezTo>
                  <a:cubicBezTo>
                    <a:pt x="86033" y="63619"/>
                    <a:pt x="86430" y="61301"/>
                    <a:pt x="85702" y="58652"/>
                  </a:cubicBezTo>
                  <a:cubicBezTo>
                    <a:pt x="84907" y="56135"/>
                    <a:pt x="83781" y="53817"/>
                    <a:pt x="82191" y="51764"/>
                  </a:cubicBezTo>
                  <a:cubicBezTo>
                    <a:pt x="80734" y="49579"/>
                    <a:pt x="79145" y="47526"/>
                    <a:pt x="78284" y="45009"/>
                  </a:cubicBezTo>
                  <a:cubicBezTo>
                    <a:pt x="77026" y="41366"/>
                    <a:pt x="75370" y="33816"/>
                    <a:pt x="81066" y="31697"/>
                  </a:cubicBezTo>
                  <a:cubicBezTo>
                    <a:pt x="81398" y="33139"/>
                    <a:pt x="82986" y="34814"/>
                    <a:pt x="84816" y="34814"/>
                  </a:cubicBezTo>
                  <a:cubicBezTo>
                    <a:pt x="85171" y="34814"/>
                    <a:pt x="85535" y="34751"/>
                    <a:pt x="85900" y="34611"/>
                  </a:cubicBezTo>
                  <a:cubicBezTo>
                    <a:pt x="88152" y="33816"/>
                    <a:pt x="88483" y="28319"/>
                    <a:pt x="88682" y="25206"/>
                  </a:cubicBezTo>
                  <a:cubicBezTo>
                    <a:pt x="88814" y="22226"/>
                    <a:pt x="88417" y="19179"/>
                    <a:pt x="87424" y="16331"/>
                  </a:cubicBezTo>
                  <a:cubicBezTo>
                    <a:pt x="84299" y="7014"/>
                    <a:pt x="74783" y="0"/>
                    <a:pt x="649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566;p25">
              <a:extLst>
                <a:ext uri="{FF2B5EF4-FFF2-40B4-BE49-F238E27FC236}">
                  <a16:creationId xmlns:a16="http://schemas.microsoft.com/office/drawing/2014/main" id="{CEA780AA-D8DD-8C5D-0345-38B3C47F6913}"/>
                </a:ext>
              </a:extLst>
            </p:cNvPr>
            <p:cNvSpPr/>
            <p:nvPr/>
          </p:nvSpPr>
          <p:spPr>
            <a:xfrm>
              <a:off x="4441933" y="1982448"/>
              <a:ext cx="259852" cy="205501"/>
            </a:xfrm>
            <a:custGeom>
              <a:avLst/>
              <a:gdLst/>
              <a:ahLst/>
              <a:cxnLst/>
              <a:rect l="l" t="t" r="r" b="b"/>
              <a:pathLst>
                <a:path w="15675" h="12432" extrusionOk="0">
                  <a:moveTo>
                    <a:pt x="15564" y="1"/>
                  </a:moveTo>
                  <a:cubicBezTo>
                    <a:pt x="15540" y="1"/>
                    <a:pt x="15515" y="9"/>
                    <a:pt x="15495" y="28"/>
                  </a:cubicBezTo>
                  <a:cubicBezTo>
                    <a:pt x="12184" y="5989"/>
                    <a:pt x="6621" y="10426"/>
                    <a:pt x="64" y="12347"/>
                  </a:cubicBezTo>
                  <a:cubicBezTo>
                    <a:pt x="11" y="12347"/>
                    <a:pt x="0" y="12432"/>
                    <a:pt x="66" y="12432"/>
                  </a:cubicBezTo>
                  <a:cubicBezTo>
                    <a:pt x="82" y="12432"/>
                    <a:pt x="104" y="12427"/>
                    <a:pt x="130" y="12413"/>
                  </a:cubicBezTo>
                  <a:cubicBezTo>
                    <a:pt x="5296" y="11155"/>
                    <a:pt x="9998" y="8175"/>
                    <a:pt x="13244" y="3870"/>
                  </a:cubicBezTo>
                  <a:cubicBezTo>
                    <a:pt x="14171" y="2678"/>
                    <a:pt x="14966" y="1419"/>
                    <a:pt x="15628" y="95"/>
                  </a:cubicBezTo>
                  <a:cubicBezTo>
                    <a:pt x="15675" y="48"/>
                    <a:pt x="15622" y="1"/>
                    <a:pt x="15564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567;p25">
              <a:extLst>
                <a:ext uri="{FF2B5EF4-FFF2-40B4-BE49-F238E27FC236}">
                  <a16:creationId xmlns:a16="http://schemas.microsoft.com/office/drawing/2014/main" id="{E3B1880A-C44E-30A5-8059-6B7EC9E4BC07}"/>
                </a:ext>
              </a:extLst>
            </p:cNvPr>
            <p:cNvSpPr/>
            <p:nvPr/>
          </p:nvSpPr>
          <p:spPr>
            <a:xfrm>
              <a:off x="4516548" y="2110903"/>
              <a:ext cx="274490" cy="124917"/>
            </a:xfrm>
            <a:custGeom>
              <a:avLst/>
              <a:gdLst/>
              <a:ahLst/>
              <a:cxnLst/>
              <a:rect l="l" t="t" r="r" b="b"/>
              <a:pathLst>
                <a:path w="16558" h="7557" extrusionOk="0">
                  <a:moveTo>
                    <a:pt x="16424" y="0"/>
                  </a:moveTo>
                  <a:cubicBezTo>
                    <a:pt x="16388" y="0"/>
                    <a:pt x="16359" y="22"/>
                    <a:pt x="16359" y="72"/>
                  </a:cubicBezTo>
                  <a:cubicBezTo>
                    <a:pt x="16094" y="1530"/>
                    <a:pt x="14836" y="2523"/>
                    <a:pt x="13644" y="3252"/>
                  </a:cubicBezTo>
                  <a:cubicBezTo>
                    <a:pt x="12253" y="4112"/>
                    <a:pt x="10862" y="4775"/>
                    <a:pt x="9339" y="5371"/>
                  </a:cubicBezTo>
                  <a:cubicBezTo>
                    <a:pt x="6358" y="6497"/>
                    <a:pt x="3246" y="7225"/>
                    <a:pt x="133" y="7424"/>
                  </a:cubicBezTo>
                  <a:cubicBezTo>
                    <a:pt x="0" y="7424"/>
                    <a:pt x="0" y="7556"/>
                    <a:pt x="133" y="7556"/>
                  </a:cubicBezTo>
                  <a:cubicBezTo>
                    <a:pt x="3510" y="7556"/>
                    <a:pt x="6822" y="6828"/>
                    <a:pt x="9935" y="5503"/>
                  </a:cubicBezTo>
                  <a:cubicBezTo>
                    <a:pt x="11458" y="4907"/>
                    <a:pt x="12915" y="4112"/>
                    <a:pt x="14240" y="3185"/>
                  </a:cubicBezTo>
                  <a:cubicBezTo>
                    <a:pt x="15365" y="2523"/>
                    <a:pt x="16226" y="1397"/>
                    <a:pt x="16558" y="139"/>
                  </a:cubicBezTo>
                  <a:cubicBezTo>
                    <a:pt x="16558" y="57"/>
                    <a:pt x="16482" y="0"/>
                    <a:pt x="16424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568;p25">
              <a:extLst>
                <a:ext uri="{FF2B5EF4-FFF2-40B4-BE49-F238E27FC236}">
                  <a16:creationId xmlns:a16="http://schemas.microsoft.com/office/drawing/2014/main" id="{E8CB267F-8C85-FAEC-5CDB-B2758702E140}"/>
                </a:ext>
              </a:extLst>
            </p:cNvPr>
            <p:cNvSpPr/>
            <p:nvPr/>
          </p:nvSpPr>
          <p:spPr>
            <a:xfrm>
              <a:off x="4433313" y="2266152"/>
              <a:ext cx="321139" cy="86121"/>
            </a:xfrm>
            <a:custGeom>
              <a:avLst/>
              <a:gdLst/>
              <a:ahLst/>
              <a:cxnLst/>
              <a:rect l="l" t="t" r="r" b="b"/>
              <a:pathLst>
                <a:path w="19372" h="5210" extrusionOk="0">
                  <a:moveTo>
                    <a:pt x="118" y="1"/>
                  </a:moveTo>
                  <a:cubicBezTo>
                    <a:pt x="34" y="1"/>
                    <a:pt x="0" y="98"/>
                    <a:pt x="54" y="151"/>
                  </a:cubicBezTo>
                  <a:cubicBezTo>
                    <a:pt x="1975" y="1939"/>
                    <a:pt x="4293" y="3330"/>
                    <a:pt x="6809" y="4059"/>
                  </a:cubicBezTo>
                  <a:cubicBezTo>
                    <a:pt x="9009" y="4811"/>
                    <a:pt x="11360" y="5210"/>
                    <a:pt x="13731" y="5210"/>
                  </a:cubicBezTo>
                  <a:cubicBezTo>
                    <a:pt x="14073" y="5210"/>
                    <a:pt x="14415" y="5201"/>
                    <a:pt x="14757" y="5185"/>
                  </a:cubicBezTo>
                  <a:cubicBezTo>
                    <a:pt x="16280" y="5052"/>
                    <a:pt x="17737" y="4854"/>
                    <a:pt x="19194" y="4390"/>
                  </a:cubicBezTo>
                  <a:cubicBezTo>
                    <a:pt x="19371" y="4331"/>
                    <a:pt x="19286" y="4115"/>
                    <a:pt x="19171" y="4115"/>
                  </a:cubicBezTo>
                  <a:cubicBezTo>
                    <a:pt x="19157" y="4115"/>
                    <a:pt x="19143" y="4118"/>
                    <a:pt x="19128" y="4125"/>
                  </a:cubicBezTo>
                  <a:cubicBezTo>
                    <a:pt x="17326" y="4582"/>
                    <a:pt x="15489" y="4812"/>
                    <a:pt x="13661" y="4812"/>
                  </a:cubicBezTo>
                  <a:cubicBezTo>
                    <a:pt x="10451" y="4812"/>
                    <a:pt x="7271" y="4103"/>
                    <a:pt x="4359" y="2668"/>
                  </a:cubicBezTo>
                  <a:cubicBezTo>
                    <a:pt x="2902" y="1873"/>
                    <a:pt x="1511" y="1012"/>
                    <a:pt x="187" y="19"/>
                  </a:cubicBezTo>
                  <a:cubicBezTo>
                    <a:pt x="161" y="6"/>
                    <a:pt x="138" y="1"/>
                    <a:pt x="118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569;p25">
              <a:extLst>
                <a:ext uri="{FF2B5EF4-FFF2-40B4-BE49-F238E27FC236}">
                  <a16:creationId xmlns:a16="http://schemas.microsoft.com/office/drawing/2014/main" id="{62042F9E-EA04-CA8E-15E7-2D40170337B4}"/>
                </a:ext>
              </a:extLst>
            </p:cNvPr>
            <p:cNvSpPr/>
            <p:nvPr/>
          </p:nvSpPr>
          <p:spPr>
            <a:xfrm>
              <a:off x="4227785" y="1966761"/>
              <a:ext cx="65365" cy="203005"/>
            </a:xfrm>
            <a:custGeom>
              <a:avLst/>
              <a:gdLst/>
              <a:ahLst/>
              <a:cxnLst/>
              <a:rect l="l" t="t" r="r" b="b"/>
              <a:pathLst>
                <a:path w="3943" h="12281" extrusionOk="0">
                  <a:moveTo>
                    <a:pt x="531" y="1"/>
                  </a:moveTo>
                  <a:cubicBezTo>
                    <a:pt x="498" y="1"/>
                    <a:pt x="465" y="17"/>
                    <a:pt x="465" y="50"/>
                  </a:cubicBezTo>
                  <a:cubicBezTo>
                    <a:pt x="1" y="2236"/>
                    <a:pt x="133" y="4421"/>
                    <a:pt x="729" y="6541"/>
                  </a:cubicBezTo>
                  <a:cubicBezTo>
                    <a:pt x="1326" y="8594"/>
                    <a:pt x="2319" y="10581"/>
                    <a:pt x="3710" y="12236"/>
                  </a:cubicBezTo>
                  <a:cubicBezTo>
                    <a:pt x="3726" y="12268"/>
                    <a:pt x="3749" y="12281"/>
                    <a:pt x="3774" y="12281"/>
                  </a:cubicBezTo>
                  <a:cubicBezTo>
                    <a:pt x="3852" y="12281"/>
                    <a:pt x="3943" y="12154"/>
                    <a:pt x="3842" y="12104"/>
                  </a:cubicBezTo>
                  <a:cubicBezTo>
                    <a:pt x="2518" y="10382"/>
                    <a:pt x="1524" y="8461"/>
                    <a:pt x="994" y="6342"/>
                  </a:cubicBezTo>
                  <a:cubicBezTo>
                    <a:pt x="465" y="4289"/>
                    <a:pt x="332" y="2170"/>
                    <a:pt x="597" y="50"/>
                  </a:cubicBezTo>
                  <a:cubicBezTo>
                    <a:pt x="597" y="17"/>
                    <a:pt x="564" y="1"/>
                    <a:pt x="531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570;p25">
              <a:extLst>
                <a:ext uri="{FF2B5EF4-FFF2-40B4-BE49-F238E27FC236}">
                  <a16:creationId xmlns:a16="http://schemas.microsoft.com/office/drawing/2014/main" id="{34AAC285-88F3-042B-433E-C7634109F93F}"/>
                </a:ext>
              </a:extLst>
            </p:cNvPr>
            <p:cNvSpPr/>
            <p:nvPr/>
          </p:nvSpPr>
          <p:spPr>
            <a:xfrm>
              <a:off x="4170708" y="2094025"/>
              <a:ext cx="60176" cy="104866"/>
            </a:xfrm>
            <a:custGeom>
              <a:avLst/>
              <a:gdLst/>
              <a:ahLst/>
              <a:cxnLst/>
              <a:rect l="l" t="t" r="r" b="b"/>
              <a:pathLst>
                <a:path w="3630" h="6344" extrusionOk="0">
                  <a:moveTo>
                    <a:pt x="99" y="1"/>
                  </a:moveTo>
                  <a:cubicBezTo>
                    <a:pt x="50" y="1"/>
                    <a:pt x="0" y="34"/>
                    <a:pt x="0" y="100"/>
                  </a:cubicBezTo>
                  <a:cubicBezTo>
                    <a:pt x="0" y="2683"/>
                    <a:pt x="1325" y="5001"/>
                    <a:pt x="3510" y="6326"/>
                  </a:cubicBezTo>
                  <a:cubicBezTo>
                    <a:pt x="3523" y="6338"/>
                    <a:pt x="3535" y="6344"/>
                    <a:pt x="3547" y="6344"/>
                  </a:cubicBezTo>
                  <a:cubicBezTo>
                    <a:pt x="3597" y="6344"/>
                    <a:pt x="3630" y="6247"/>
                    <a:pt x="3576" y="6193"/>
                  </a:cubicBezTo>
                  <a:cubicBezTo>
                    <a:pt x="1523" y="4802"/>
                    <a:pt x="265" y="2551"/>
                    <a:pt x="199" y="100"/>
                  </a:cubicBezTo>
                  <a:cubicBezTo>
                    <a:pt x="199" y="34"/>
                    <a:pt x="149" y="1"/>
                    <a:pt x="99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571;p25">
              <a:extLst>
                <a:ext uri="{FF2B5EF4-FFF2-40B4-BE49-F238E27FC236}">
                  <a16:creationId xmlns:a16="http://schemas.microsoft.com/office/drawing/2014/main" id="{0C1FA779-C2BA-2543-1C7F-12CC44BF8599}"/>
                </a:ext>
              </a:extLst>
            </p:cNvPr>
            <p:cNvSpPr/>
            <p:nvPr/>
          </p:nvSpPr>
          <p:spPr>
            <a:xfrm>
              <a:off x="4502491" y="1826487"/>
              <a:ext cx="377486" cy="327773"/>
            </a:xfrm>
            <a:custGeom>
              <a:avLst/>
              <a:gdLst/>
              <a:ahLst/>
              <a:cxnLst/>
              <a:rect l="l" t="t" r="r" b="b"/>
              <a:pathLst>
                <a:path w="22771" h="19829" extrusionOk="0">
                  <a:moveTo>
                    <a:pt x="5874" y="1"/>
                  </a:moveTo>
                  <a:cubicBezTo>
                    <a:pt x="3878" y="1"/>
                    <a:pt x="1891" y="373"/>
                    <a:pt x="54" y="1119"/>
                  </a:cubicBezTo>
                  <a:cubicBezTo>
                    <a:pt x="1" y="1119"/>
                    <a:pt x="32" y="1203"/>
                    <a:pt x="47" y="1203"/>
                  </a:cubicBezTo>
                  <a:cubicBezTo>
                    <a:pt x="51" y="1203"/>
                    <a:pt x="54" y="1198"/>
                    <a:pt x="54" y="1185"/>
                  </a:cubicBezTo>
                  <a:cubicBezTo>
                    <a:pt x="1901" y="541"/>
                    <a:pt x="3831" y="217"/>
                    <a:pt x="5754" y="217"/>
                  </a:cubicBezTo>
                  <a:cubicBezTo>
                    <a:pt x="8381" y="217"/>
                    <a:pt x="10995" y="822"/>
                    <a:pt x="13366" y="2046"/>
                  </a:cubicBezTo>
                  <a:cubicBezTo>
                    <a:pt x="17472" y="4165"/>
                    <a:pt x="20452" y="7874"/>
                    <a:pt x="21644" y="12311"/>
                  </a:cubicBezTo>
                  <a:cubicBezTo>
                    <a:pt x="22240" y="14762"/>
                    <a:pt x="22373" y="17278"/>
                    <a:pt x="22042" y="19729"/>
                  </a:cubicBezTo>
                  <a:cubicBezTo>
                    <a:pt x="22042" y="19795"/>
                    <a:pt x="22091" y="19828"/>
                    <a:pt x="22149" y="19828"/>
                  </a:cubicBezTo>
                  <a:cubicBezTo>
                    <a:pt x="22207" y="19828"/>
                    <a:pt x="22273" y="19795"/>
                    <a:pt x="22307" y="19729"/>
                  </a:cubicBezTo>
                  <a:cubicBezTo>
                    <a:pt x="22770" y="17477"/>
                    <a:pt x="22770" y="15225"/>
                    <a:pt x="22174" y="12974"/>
                  </a:cubicBezTo>
                  <a:cubicBezTo>
                    <a:pt x="21644" y="10722"/>
                    <a:pt x="20717" y="8602"/>
                    <a:pt x="19326" y="6748"/>
                  </a:cubicBezTo>
                  <a:cubicBezTo>
                    <a:pt x="16611" y="3039"/>
                    <a:pt x="12438" y="655"/>
                    <a:pt x="7869" y="125"/>
                  </a:cubicBezTo>
                  <a:cubicBezTo>
                    <a:pt x="7206" y="42"/>
                    <a:pt x="6540" y="1"/>
                    <a:pt x="5874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572;p25">
              <a:extLst>
                <a:ext uri="{FF2B5EF4-FFF2-40B4-BE49-F238E27FC236}">
                  <a16:creationId xmlns:a16="http://schemas.microsoft.com/office/drawing/2014/main" id="{1ABF3FED-1C3D-D243-AA68-248B9672134C}"/>
                </a:ext>
              </a:extLst>
            </p:cNvPr>
            <p:cNvSpPr/>
            <p:nvPr/>
          </p:nvSpPr>
          <p:spPr>
            <a:xfrm>
              <a:off x="3834732" y="2213802"/>
              <a:ext cx="525921" cy="1212029"/>
            </a:xfrm>
            <a:custGeom>
              <a:avLst/>
              <a:gdLst/>
              <a:ahLst/>
              <a:cxnLst/>
              <a:rect l="l" t="t" r="r" b="b"/>
              <a:pathLst>
                <a:path w="31725" h="73323" extrusionOk="0">
                  <a:moveTo>
                    <a:pt x="30111" y="1"/>
                  </a:moveTo>
                  <a:cubicBezTo>
                    <a:pt x="30063" y="1"/>
                    <a:pt x="30028" y="57"/>
                    <a:pt x="30069" y="139"/>
                  </a:cubicBezTo>
                  <a:cubicBezTo>
                    <a:pt x="31725" y="3252"/>
                    <a:pt x="29208" y="6630"/>
                    <a:pt x="26890" y="8550"/>
                  </a:cubicBezTo>
                  <a:cubicBezTo>
                    <a:pt x="25632" y="9610"/>
                    <a:pt x="24307" y="10537"/>
                    <a:pt x="23115" y="11597"/>
                  </a:cubicBezTo>
                  <a:cubicBezTo>
                    <a:pt x="21989" y="12723"/>
                    <a:pt x="21062" y="14047"/>
                    <a:pt x="20532" y="15505"/>
                  </a:cubicBezTo>
                  <a:cubicBezTo>
                    <a:pt x="19340" y="18617"/>
                    <a:pt x="19605" y="22061"/>
                    <a:pt x="20267" y="25240"/>
                  </a:cubicBezTo>
                  <a:cubicBezTo>
                    <a:pt x="21062" y="28817"/>
                    <a:pt x="22386" y="32194"/>
                    <a:pt x="22850" y="35837"/>
                  </a:cubicBezTo>
                  <a:cubicBezTo>
                    <a:pt x="23115" y="37691"/>
                    <a:pt x="23115" y="39546"/>
                    <a:pt x="22718" y="41334"/>
                  </a:cubicBezTo>
                  <a:cubicBezTo>
                    <a:pt x="22320" y="43056"/>
                    <a:pt x="21658" y="44645"/>
                    <a:pt x="20664" y="46103"/>
                  </a:cubicBezTo>
                  <a:cubicBezTo>
                    <a:pt x="18744" y="48950"/>
                    <a:pt x="16293" y="51467"/>
                    <a:pt x="13512" y="53586"/>
                  </a:cubicBezTo>
                  <a:cubicBezTo>
                    <a:pt x="8213" y="57825"/>
                    <a:pt x="1921" y="62064"/>
                    <a:pt x="398" y="69084"/>
                  </a:cubicBezTo>
                  <a:cubicBezTo>
                    <a:pt x="67" y="70409"/>
                    <a:pt x="1" y="71800"/>
                    <a:pt x="200" y="73124"/>
                  </a:cubicBezTo>
                  <a:lnTo>
                    <a:pt x="729" y="73323"/>
                  </a:lnTo>
                  <a:cubicBezTo>
                    <a:pt x="597" y="72329"/>
                    <a:pt x="597" y="71336"/>
                    <a:pt x="729" y="70343"/>
                  </a:cubicBezTo>
                  <a:cubicBezTo>
                    <a:pt x="1590" y="63057"/>
                    <a:pt x="8213" y="58487"/>
                    <a:pt x="13512" y="54249"/>
                  </a:cubicBezTo>
                  <a:cubicBezTo>
                    <a:pt x="16293" y="52196"/>
                    <a:pt x="18744" y="49745"/>
                    <a:pt x="20731" y="46964"/>
                  </a:cubicBezTo>
                  <a:cubicBezTo>
                    <a:pt x="22651" y="44248"/>
                    <a:pt x="23578" y="41069"/>
                    <a:pt x="23512" y="37758"/>
                  </a:cubicBezTo>
                  <a:cubicBezTo>
                    <a:pt x="23247" y="30737"/>
                    <a:pt x="18744" y="23982"/>
                    <a:pt x="20532" y="16829"/>
                  </a:cubicBezTo>
                  <a:cubicBezTo>
                    <a:pt x="20929" y="15240"/>
                    <a:pt x="21724" y="13716"/>
                    <a:pt x="22916" y="12524"/>
                  </a:cubicBezTo>
                  <a:cubicBezTo>
                    <a:pt x="24042" y="11332"/>
                    <a:pt x="25300" y="10206"/>
                    <a:pt x="26625" y="9213"/>
                  </a:cubicBezTo>
                  <a:cubicBezTo>
                    <a:pt x="28811" y="7425"/>
                    <a:pt x="31062" y="4974"/>
                    <a:pt x="30797" y="1994"/>
                  </a:cubicBezTo>
                  <a:cubicBezTo>
                    <a:pt x="30731" y="1265"/>
                    <a:pt x="30533" y="669"/>
                    <a:pt x="30201" y="73"/>
                  </a:cubicBezTo>
                  <a:cubicBezTo>
                    <a:pt x="30176" y="22"/>
                    <a:pt x="30141" y="1"/>
                    <a:pt x="30111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573;p25">
              <a:extLst>
                <a:ext uri="{FF2B5EF4-FFF2-40B4-BE49-F238E27FC236}">
                  <a16:creationId xmlns:a16="http://schemas.microsoft.com/office/drawing/2014/main" id="{CB792874-36F7-E30C-105F-BE1DED0DFB6E}"/>
                </a:ext>
              </a:extLst>
            </p:cNvPr>
            <p:cNvSpPr/>
            <p:nvPr/>
          </p:nvSpPr>
          <p:spPr>
            <a:xfrm>
              <a:off x="4379303" y="2246746"/>
              <a:ext cx="330489" cy="1283092"/>
            </a:xfrm>
            <a:custGeom>
              <a:avLst/>
              <a:gdLst/>
              <a:ahLst/>
              <a:cxnLst/>
              <a:rect l="l" t="t" r="r" b="b"/>
              <a:pathLst>
                <a:path w="19936" h="77622" extrusionOk="0">
                  <a:moveTo>
                    <a:pt x="67" y="1"/>
                  </a:moveTo>
                  <a:cubicBezTo>
                    <a:pt x="1" y="1"/>
                    <a:pt x="1" y="133"/>
                    <a:pt x="1" y="133"/>
                  </a:cubicBezTo>
                  <a:cubicBezTo>
                    <a:pt x="3047" y="1789"/>
                    <a:pt x="3974" y="5498"/>
                    <a:pt x="3842" y="8743"/>
                  </a:cubicBezTo>
                  <a:cubicBezTo>
                    <a:pt x="3709" y="12982"/>
                    <a:pt x="1921" y="16955"/>
                    <a:pt x="2186" y="21260"/>
                  </a:cubicBezTo>
                  <a:cubicBezTo>
                    <a:pt x="2716" y="29009"/>
                    <a:pt x="9604" y="34175"/>
                    <a:pt x="14174" y="39738"/>
                  </a:cubicBezTo>
                  <a:cubicBezTo>
                    <a:pt x="16823" y="42652"/>
                    <a:pt x="18545" y="46295"/>
                    <a:pt x="19141" y="50203"/>
                  </a:cubicBezTo>
                  <a:cubicBezTo>
                    <a:pt x="19604" y="54176"/>
                    <a:pt x="18744" y="58150"/>
                    <a:pt x="16690" y="61594"/>
                  </a:cubicBezTo>
                  <a:cubicBezTo>
                    <a:pt x="13246" y="67356"/>
                    <a:pt x="7418" y="71529"/>
                    <a:pt x="4637" y="77622"/>
                  </a:cubicBezTo>
                  <a:lnTo>
                    <a:pt x="5299" y="77622"/>
                  </a:lnTo>
                  <a:cubicBezTo>
                    <a:pt x="8014" y="71926"/>
                    <a:pt x="13644" y="67687"/>
                    <a:pt x="16955" y="62389"/>
                  </a:cubicBezTo>
                  <a:cubicBezTo>
                    <a:pt x="18942" y="59144"/>
                    <a:pt x="19936" y="55435"/>
                    <a:pt x="19737" y="51593"/>
                  </a:cubicBezTo>
                  <a:cubicBezTo>
                    <a:pt x="19538" y="47818"/>
                    <a:pt x="18147" y="44176"/>
                    <a:pt x="15896" y="41129"/>
                  </a:cubicBezTo>
                  <a:cubicBezTo>
                    <a:pt x="11458" y="35102"/>
                    <a:pt x="4239" y="30334"/>
                    <a:pt x="2782" y="22585"/>
                  </a:cubicBezTo>
                  <a:cubicBezTo>
                    <a:pt x="1987" y="18214"/>
                    <a:pt x="3776" y="14041"/>
                    <a:pt x="4173" y="9670"/>
                  </a:cubicBezTo>
                  <a:cubicBezTo>
                    <a:pt x="4372" y="6756"/>
                    <a:pt x="3842" y="3378"/>
                    <a:pt x="1723" y="1259"/>
                  </a:cubicBezTo>
                  <a:cubicBezTo>
                    <a:pt x="1259" y="729"/>
                    <a:pt x="663" y="332"/>
                    <a:pt x="67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574;p25">
              <a:extLst>
                <a:ext uri="{FF2B5EF4-FFF2-40B4-BE49-F238E27FC236}">
                  <a16:creationId xmlns:a16="http://schemas.microsoft.com/office/drawing/2014/main" id="{24DBEB6B-9C28-9252-66A6-278362ED7CC4}"/>
                </a:ext>
              </a:extLst>
            </p:cNvPr>
            <p:cNvSpPr/>
            <p:nvPr/>
          </p:nvSpPr>
          <p:spPr>
            <a:xfrm>
              <a:off x="4167410" y="2112820"/>
              <a:ext cx="408436" cy="195682"/>
            </a:xfrm>
            <a:custGeom>
              <a:avLst/>
              <a:gdLst/>
              <a:ahLst/>
              <a:cxnLst/>
              <a:rect l="l" t="t" r="r" b="b"/>
              <a:pathLst>
                <a:path w="24638" h="11838" extrusionOk="0">
                  <a:moveTo>
                    <a:pt x="20941" y="0"/>
                  </a:moveTo>
                  <a:cubicBezTo>
                    <a:pt x="19046" y="0"/>
                    <a:pt x="16880" y="2813"/>
                    <a:pt x="15167" y="4526"/>
                  </a:cubicBezTo>
                  <a:cubicBezTo>
                    <a:pt x="14303" y="3697"/>
                    <a:pt x="13187" y="3282"/>
                    <a:pt x="12072" y="3282"/>
                  </a:cubicBezTo>
                  <a:cubicBezTo>
                    <a:pt x="11050" y="3282"/>
                    <a:pt x="10030" y="3631"/>
                    <a:pt x="9206" y="4328"/>
                  </a:cubicBezTo>
                  <a:cubicBezTo>
                    <a:pt x="7510" y="2631"/>
                    <a:pt x="5433" y="15"/>
                    <a:pt x="3612" y="15"/>
                  </a:cubicBezTo>
                  <a:cubicBezTo>
                    <a:pt x="2802" y="15"/>
                    <a:pt x="2043" y="532"/>
                    <a:pt x="1391" y="1877"/>
                  </a:cubicBezTo>
                  <a:cubicBezTo>
                    <a:pt x="331" y="4394"/>
                    <a:pt x="0" y="7176"/>
                    <a:pt x="464" y="9891"/>
                  </a:cubicBezTo>
                  <a:cubicBezTo>
                    <a:pt x="846" y="11420"/>
                    <a:pt x="2159" y="11811"/>
                    <a:pt x="3557" y="11811"/>
                  </a:cubicBezTo>
                  <a:cubicBezTo>
                    <a:pt x="4097" y="11811"/>
                    <a:pt x="4650" y="11753"/>
                    <a:pt x="5166" y="11679"/>
                  </a:cubicBezTo>
                  <a:cubicBezTo>
                    <a:pt x="6491" y="11414"/>
                    <a:pt x="7749" y="11017"/>
                    <a:pt x="8941" y="10487"/>
                  </a:cubicBezTo>
                  <a:cubicBezTo>
                    <a:pt x="9812" y="11390"/>
                    <a:pt x="10965" y="11837"/>
                    <a:pt x="12110" y="11837"/>
                  </a:cubicBezTo>
                  <a:cubicBezTo>
                    <a:pt x="13317" y="11837"/>
                    <a:pt x="14516" y="11340"/>
                    <a:pt x="15366" y="10355"/>
                  </a:cubicBezTo>
                  <a:cubicBezTo>
                    <a:pt x="16690" y="10951"/>
                    <a:pt x="18081" y="11348"/>
                    <a:pt x="19538" y="11679"/>
                  </a:cubicBezTo>
                  <a:cubicBezTo>
                    <a:pt x="20022" y="11748"/>
                    <a:pt x="20534" y="11799"/>
                    <a:pt x="21035" y="11799"/>
                  </a:cubicBezTo>
                  <a:cubicBezTo>
                    <a:pt x="22451" y="11799"/>
                    <a:pt x="23783" y="11390"/>
                    <a:pt x="24174" y="9825"/>
                  </a:cubicBezTo>
                  <a:cubicBezTo>
                    <a:pt x="24638" y="7176"/>
                    <a:pt x="24307" y="4394"/>
                    <a:pt x="23181" y="1877"/>
                  </a:cubicBezTo>
                  <a:cubicBezTo>
                    <a:pt x="22523" y="522"/>
                    <a:pt x="21757" y="0"/>
                    <a:pt x="209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575;p25">
              <a:extLst>
                <a:ext uri="{FF2B5EF4-FFF2-40B4-BE49-F238E27FC236}">
                  <a16:creationId xmlns:a16="http://schemas.microsoft.com/office/drawing/2014/main" id="{EE2B9952-CCF8-6288-76FE-F4FCFFB6AD63}"/>
                </a:ext>
              </a:extLst>
            </p:cNvPr>
            <p:cNvSpPr/>
            <p:nvPr/>
          </p:nvSpPr>
          <p:spPr>
            <a:xfrm>
              <a:off x="4221204" y="2202512"/>
              <a:ext cx="91955" cy="70963"/>
            </a:xfrm>
            <a:custGeom>
              <a:avLst/>
              <a:gdLst/>
              <a:ahLst/>
              <a:cxnLst/>
              <a:rect l="l" t="t" r="r" b="b"/>
              <a:pathLst>
                <a:path w="5547" h="4293" extrusionOk="0">
                  <a:moveTo>
                    <a:pt x="5206" y="0"/>
                  </a:moveTo>
                  <a:cubicBezTo>
                    <a:pt x="5184" y="0"/>
                    <a:pt x="5166" y="8"/>
                    <a:pt x="5166" y="28"/>
                  </a:cubicBezTo>
                  <a:cubicBezTo>
                    <a:pt x="4769" y="690"/>
                    <a:pt x="4637" y="1418"/>
                    <a:pt x="4703" y="2147"/>
                  </a:cubicBezTo>
                  <a:cubicBezTo>
                    <a:pt x="4092" y="2432"/>
                    <a:pt x="3431" y="2567"/>
                    <a:pt x="2766" y="2567"/>
                  </a:cubicBezTo>
                  <a:cubicBezTo>
                    <a:pt x="2350" y="2567"/>
                    <a:pt x="1932" y="2514"/>
                    <a:pt x="1524" y="2412"/>
                  </a:cubicBezTo>
                  <a:cubicBezTo>
                    <a:pt x="1259" y="2346"/>
                    <a:pt x="994" y="2213"/>
                    <a:pt x="795" y="2014"/>
                  </a:cubicBezTo>
                  <a:cubicBezTo>
                    <a:pt x="530" y="1816"/>
                    <a:pt x="597" y="1418"/>
                    <a:pt x="795" y="1286"/>
                  </a:cubicBezTo>
                  <a:cubicBezTo>
                    <a:pt x="996" y="1171"/>
                    <a:pt x="1234" y="1143"/>
                    <a:pt x="1477" y="1143"/>
                  </a:cubicBezTo>
                  <a:cubicBezTo>
                    <a:pt x="1705" y="1143"/>
                    <a:pt x="1938" y="1168"/>
                    <a:pt x="2148" y="1168"/>
                  </a:cubicBezTo>
                  <a:cubicBezTo>
                    <a:pt x="2231" y="1168"/>
                    <a:pt x="2310" y="1164"/>
                    <a:pt x="2385" y="1153"/>
                  </a:cubicBezTo>
                  <a:cubicBezTo>
                    <a:pt x="2451" y="1153"/>
                    <a:pt x="2451" y="1087"/>
                    <a:pt x="2385" y="1087"/>
                  </a:cubicBezTo>
                  <a:cubicBezTo>
                    <a:pt x="2008" y="1087"/>
                    <a:pt x="1605" y="929"/>
                    <a:pt x="1226" y="929"/>
                  </a:cubicBezTo>
                  <a:cubicBezTo>
                    <a:pt x="1005" y="929"/>
                    <a:pt x="792" y="983"/>
                    <a:pt x="597" y="1153"/>
                  </a:cubicBezTo>
                  <a:cubicBezTo>
                    <a:pt x="1" y="1617"/>
                    <a:pt x="464" y="2213"/>
                    <a:pt x="928" y="2478"/>
                  </a:cubicBezTo>
                  <a:cubicBezTo>
                    <a:pt x="1590" y="2743"/>
                    <a:pt x="2252" y="2875"/>
                    <a:pt x="2981" y="2875"/>
                  </a:cubicBezTo>
                  <a:cubicBezTo>
                    <a:pt x="3577" y="2809"/>
                    <a:pt x="4173" y="2677"/>
                    <a:pt x="4703" y="2412"/>
                  </a:cubicBezTo>
                  <a:cubicBezTo>
                    <a:pt x="4769" y="3008"/>
                    <a:pt x="5034" y="3670"/>
                    <a:pt x="5299" y="4266"/>
                  </a:cubicBezTo>
                  <a:cubicBezTo>
                    <a:pt x="5334" y="4284"/>
                    <a:pt x="5370" y="4292"/>
                    <a:pt x="5402" y="4292"/>
                  </a:cubicBezTo>
                  <a:cubicBezTo>
                    <a:pt x="5488" y="4292"/>
                    <a:pt x="5546" y="4231"/>
                    <a:pt x="5498" y="4134"/>
                  </a:cubicBezTo>
                  <a:cubicBezTo>
                    <a:pt x="5166" y="3538"/>
                    <a:pt x="5034" y="2809"/>
                    <a:pt x="5034" y="2147"/>
                  </a:cubicBezTo>
                  <a:cubicBezTo>
                    <a:pt x="4968" y="1816"/>
                    <a:pt x="5034" y="1485"/>
                    <a:pt x="5100" y="1087"/>
                  </a:cubicBezTo>
                  <a:cubicBezTo>
                    <a:pt x="5166" y="756"/>
                    <a:pt x="5233" y="425"/>
                    <a:pt x="5299" y="94"/>
                  </a:cubicBezTo>
                  <a:cubicBezTo>
                    <a:pt x="5346" y="47"/>
                    <a:pt x="5260" y="0"/>
                    <a:pt x="52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576;p25">
              <a:extLst>
                <a:ext uri="{FF2B5EF4-FFF2-40B4-BE49-F238E27FC236}">
                  <a16:creationId xmlns:a16="http://schemas.microsoft.com/office/drawing/2014/main" id="{2FCF51DF-FBC3-F7E9-9EC3-FC552A004A15}"/>
                </a:ext>
              </a:extLst>
            </p:cNvPr>
            <p:cNvSpPr/>
            <p:nvPr/>
          </p:nvSpPr>
          <p:spPr>
            <a:xfrm>
              <a:off x="4416934" y="2200313"/>
              <a:ext cx="74367" cy="84105"/>
            </a:xfrm>
            <a:custGeom>
              <a:avLst/>
              <a:gdLst/>
              <a:ahLst/>
              <a:cxnLst/>
              <a:rect l="l" t="t" r="r" b="b"/>
              <a:pathLst>
                <a:path w="4486" h="5088" extrusionOk="0">
                  <a:moveTo>
                    <a:pt x="456" y="1"/>
                  </a:moveTo>
                  <a:cubicBezTo>
                    <a:pt x="413" y="1"/>
                    <a:pt x="380" y="47"/>
                    <a:pt x="380" y="94"/>
                  </a:cubicBezTo>
                  <a:cubicBezTo>
                    <a:pt x="777" y="889"/>
                    <a:pt x="910" y="1750"/>
                    <a:pt x="843" y="2611"/>
                  </a:cubicBezTo>
                  <a:cubicBezTo>
                    <a:pt x="843" y="3008"/>
                    <a:pt x="711" y="3406"/>
                    <a:pt x="578" y="3803"/>
                  </a:cubicBezTo>
                  <a:cubicBezTo>
                    <a:pt x="446" y="4201"/>
                    <a:pt x="181" y="4532"/>
                    <a:pt x="49" y="4929"/>
                  </a:cubicBezTo>
                  <a:cubicBezTo>
                    <a:pt x="0" y="5026"/>
                    <a:pt x="58" y="5087"/>
                    <a:pt x="119" y="5087"/>
                  </a:cubicBezTo>
                  <a:cubicBezTo>
                    <a:pt x="141" y="5087"/>
                    <a:pt x="163" y="5079"/>
                    <a:pt x="181" y="5062"/>
                  </a:cubicBezTo>
                  <a:cubicBezTo>
                    <a:pt x="512" y="4797"/>
                    <a:pt x="777" y="4399"/>
                    <a:pt x="910" y="4002"/>
                  </a:cubicBezTo>
                  <a:cubicBezTo>
                    <a:pt x="1042" y="3538"/>
                    <a:pt x="1175" y="3075"/>
                    <a:pt x="1175" y="2611"/>
                  </a:cubicBezTo>
                  <a:lnTo>
                    <a:pt x="1175" y="2346"/>
                  </a:lnTo>
                  <a:cubicBezTo>
                    <a:pt x="1543" y="2428"/>
                    <a:pt x="1886" y="2485"/>
                    <a:pt x="2235" y="2485"/>
                  </a:cubicBezTo>
                  <a:cubicBezTo>
                    <a:pt x="2451" y="2485"/>
                    <a:pt x="2669" y="2463"/>
                    <a:pt x="2896" y="2412"/>
                  </a:cubicBezTo>
                  <a:cubicBezTo>
                    <a:pt x="3493" y="2346"/>
                    <a:pt x="4089" y="2015"/>
                    <a:pt x="4486" y="1485"/>
                  </a:cubicBezTo>
                  <a:cubicBezTo>
                    <a:pt x="4486" y="1419"/>
                    <a:pt x="4354" y="1353"/>
                    <a:pt x="4287" y="1353"/>
                  </a:cubicBezTo>
                  <a:cubicBezTo>
                    <a:pt x="4089" y="1485"/>
                    <a:pt x="3890" y="1684"/>
                    <a:pt x="3625" y="1816"/>
                  </a:cubicBezTo>
                  <a:cubicBezTo>
                    <a:pt x="3360" y="1949"/>
                    <a:pt x="3095" y="2081"/>
                    <a:pt x="2830" y="2147"/>
                  </a:cubicBezTo>
                  <a:cubicBezTo>
                    <a:pt x="2565" y="2214"/>
                    <a:pt x="2284" y="2247"/>
                    <a:pt x="2002" y="2247"/>
                  </a:cubicBezTo>
                  <a:cubicBezTo>
                    <a:pt x="1721" y="2247"/>
                    <a:pt x="1439" y="2214"/>
                    <a:pt x="1175" y="2147"/>
                  </a:cubicBezTo>
                  <a:cubicBezTo>
                    <a:pt x="1175" y="1419"/>
                    <a:pt x="910" y="690"/>
                    <a:pt x="512" y="28"/>
                  </a:cubicBezTo>
                  <a:cubicBezTo>
                    <a:pt x="493" y="9"/>
                    <a:pt x="473" y="1"/>
                    <a:pt x="4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Gaming Infographics by Slidesgo">
  <a:themeElements>
    <a:clrScheme name="Simple Light">
      <a:dk1>
        <a:srgbClr val="000000"/>
      </a:dk1>
      <a:lt1>
        <a:srgbClr val="FFFFFF"/>
      </a:lt1>
      <a:dk2>
        <a:srgbClr val="6520A2"/>
      </a:dk2>
      <a:lt2>
        <a:srgbClr val="3B135E"/>
      </a:lt2>
      <a:accent1>
        <a:srgbClr val="FFAC2F"/>
      </a:accent1>
      <a:accent2>
        <a:srgbClr val="FF9900"/>
      </a:accent2>
      <a:accent3>
        <a:srgbClr val="86FF3F"/>
      </a:accent3>
      <a:accent4>
        <a:srgbClr val="00C700"/>
      </a:accent4>
      <a:accent5>
        <a:srgbClr val="0DAFC0"/>
      </a:accent5>
      <a:accent6>
        <a:srgbClr val="0092A1"/>
      </a:accent6>
      <a:hlink>
        <a:srgbClr val="59595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128</Words>
  <Application>Microsoft Office PowerPoint</Application>
  <PresentationFormat>On-screen Show (16:9)</PresentationFormat>
  <Paragraphs>41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Fira Sans Extra Condensed Medium</vt:lpstr>
      <vt:lpstr>Arial</vt:lpstr>
      <vt:lpstr>Roboto</vt:lpstr>
      <vt:lpstr>Grandstander</vt:lpstr>
      <vt:lpstr>Fira Sans Extra Condensed SemiBold</vt:lpstr>
      <vt:lpstr>Gaming Infographics by Slidesgo</vt:lpstr>
      <vt:lpstr>PowerPoint Presentation</vt:lpstr>
      <vt:lpstr>Our Team</vt:lpstr>
      <vt:lpstr>Our Idea</vt:lpstr>
      <vt:lpstr>Stages of development</vt:lpstr>
      <vt:lpstr>Used Technologies</vt:lpstr>
      <vt:lpstr>Let’s move to the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Ивета Христова Нонева</cp:lastModifiedBy>
  <cp:revision>1</cp:revision>
  <dcterms:modified xsi:type="dcterms:W3CDTF">2026-05-16T07:52:30Z</dcterms:modified>
</cp:coreProperties>
</file>